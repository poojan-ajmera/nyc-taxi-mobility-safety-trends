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Julius Sans One"/>
      <p:regular r:id="rId19"/>
    </p:embeddedFont>
    <p:embeddedFont>
      <p:font typeface="Didact Gothic"/>
      <p:regular r:id="rId20"/>
    </p:embeddedFont>
    <p:embeddedFont>
      <p:font typeface="Questrial"/>
      <p:regular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20" Type="http://schemas.openxmlformats.org/officeDocument/2006/relationships/font" Target="fonts/DidactGothic-regular.fntdata"/><Relationship Id="rId21" Type="http://schemas.openxmlformats.org/officeDocument/2006/relationships/font" Target="fonts/Questrial-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JuliusSansOne-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47f2e9a217_0_2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47f2e9a217_0_2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When you think of New York City, chances are that you picture yellow taxis weaving through busy streets. And yea, for decades, they’ve been more than just a way to get around, they’ve been a symbol of movement, accessibility, and the rhythm of urban life. However, the </a:t>
            </a:r>
            <a:r>
              <a:rPr lang="en"/>
              <a:t>rhythm</a:t>
            </a:r>
            <a:r>
              <a:rPr lang="en"/>
              <a:t> has changed. </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47f2e9a217_0_2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47f2e9a217_0_2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With the surge of ride-sharing apps, unpredictable traffic, and shifting public transit patterns, we asked: </a:t>
            </a:r>
            <a:r>
              <a:rPr i="1" lang="en">
                <a:solidFill>
                  <a:schemeClr val="dk1"/>
                </a:solidFill>
              </a:rPr>
              <a:t>How is the iconic NYC taxi adapting?</a:t>
            </a:r>
            <a:r>
              <a:rPr lang="en">
                <a:solidFill>
                  <a:schemeClr val="dk1"/>
                </a:solidFill>
              </a:rPr>
              <a:t> Where are cabs most in demand? Do pricing strategies reflect real rider behavior? How do seasons—and even specific hours of the day—affect safety and congestion?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took on these questions with one goal: to tell the story of New York’s taxi system through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By blending taxi trip records, crash reports, subway ridership, and traffic logs, our project reveals the hidden patterns behind the city’s mobility. We hope our findings will spark ideas—not just for transit planners and policymakers—but for anyone curious about how New York really moves.”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4c09d3d325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4c09d3d325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47f2e9a217_0_2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47f2e9a217_0_2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So today, we’re breaking our presentation into four parts, each powered by a dedicated dashboard we created using the 2024 Yellow Taxi Trip Dataset, MTA subway ridership dataset, and monthly crash reports from New York City’s open database. </a:t>
            </a:r>
            <a:endParaRPr/>
          </a:p>
          <a:p>
            <a:pPr indent="0" lvl="0" marL="0" rtl="0" algn="l">
              <a:lnSpc>
                <a:spcPct val="115000"/>
              </a:lnSpc>
              <a:spcBef>
                <a:spcPts val="1200"/>
              </a:spcBef>
              <a:spcAft>
                <a:spcPts val="0"/>
              </a:spcAft>
              <a:buNone/>
            </a:pPr>
            <a:r>
              <a:rPr lang="en"/>
              <a:t>The first part gives us the big picture on when and where people are moving, and how taxi usage varies across boroughs and times of day.</a:t>
            </a:r>
            <a:endParaRPr/>
          </a:p>
          <a:p>
            <a:pPr indent="0" lvl="0" marL="0" rtl="0" algn="l">
              <a:lnSpc>
                <a:spcPct val="115000"/>
              </a:lnSpc>
              <a:spcBef>
                <a:spcPts val="1200"/>
              </a:spcBef>
              <a:spcAft>
                <a:spcPts val="0"/>
              </a:spcAft>
              <a:buNone/>
            </a:pPr>
            <a:r>
              <a:rPr lang="en"/>
              <a:t>The second one helps us to understand not just when people are riding but how much they’re paying</a:t>
            </a:r>
            <a:br>
              <a:rPr lang="en"/>
            </a:br>
            <a:r>
              <a:rPr lang="en"/>
              <a:t>For the third part, </a:t>
            </a:r>
            <a:r>
              <a:rPr lang="en">
                <a:solidFill>
                  <a:schemeClr val="dk1"/>
                </a:solidFill>
              </a:rPr>
              <a:t>we are gonna zoom into one specific day, </a:t>
            </a:r>
            <a:r>
              <a:rPr b="1" lang="en">
                <a:solidFill>
                  <a:schemeClr val="dk1"/>
                </a:solidFill>
              </a:rPr>
              <a:t>December 13th</a:t>
            </a:r>
            <a:r>
              <a:rPr lang="en">
                <a:solidFill>
                  <a:schemeClr val="dk1"/>
                </a:solidFill>
              </a:rPr>
              <a:t>, a particularly active day in the dataset. And we are gonna analyze taxi behavior in real time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Finally</a:t>
            </a:r>
            <a:r>
              <a:rPr lang="en">
                <a:solidFill>
                  <a:schemeClr val="dk1"/>
                </a:solidFill>
              </a:rPr>
              <a:t>, we wrap up our presentation for the day by comparing ride volumes and crash reports to uncover potential trade-offs between speed, efficiency, and risk across the city.</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br>
              <a:rPr lang="en"/>
            </a:b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4c09d3d325_3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4c09d3d325_3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47f2e9a217_0_2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47f2e9a217_0_2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47f2e9a217_0_2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47f2e9a217_0_2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4c09d3d325_3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4c09d3d325_3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dashboard zooms in on all taxi activity from </a:t>
            </a:r>
            <a:r>
              <a:rPr b="1" lang="en">
                <a:solidFill>
                  <a:schemeClr val="dk1"/>
                </a:solidFill>
              </a:rPr>
              <a:t>December 13th, 2024</a:t>
            </a:r>
            <a:r>
              <a:rPr lang="en">
                <a:solidFill>
                  <a:schemeClr val="dk1"/>
                </a:solidFill>
              </a:rPr>
              <a:t>—the busiest day of the year in our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chose this day to explore taxi behavior from three different angles, starting with the line chart you see here.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Right away, you’ll notice that demand is surprisingly high around </a:t>
            </a:r>
            <a:r>
              <a:rPr b="1" lang="en">
                <a:solidFill>
                  <a:schemeClr val="dk1"/>
                </a:solidFill>
              </a:rPr>
              <a:t>1 AM</a:t>
            </a:r>
            <a:r>
              <a:rPr lang="en">
                <a:solidFill>
                  <a:schemeClr val="dk1"/>
                </a:solidFill>
              </a:rPr>
              <a:t>, likely driven by people heading home from late dinners or young adults going out on a Thursday night. From there, we hit a sharp </a:t>
            </a:r>
            <a:r>
              <a:rPr b="1" lang="en">
                <a:solidFill>
                  <a:schemeClr val="dk1"/>
                </a:solidFill>
              </a:rPr>
              <a:t>early morning dip</a:t>
            </a:r>
            <a:r>
              <a:rPr lang="en">
                <a:solidFill>
                  <a:schemeClr val="dk1"/>
                </a:solidFill>
              </a:rPr>
              <a:t> around </a:t>
            </a:r>
            <a:r>
              <a:rPr b="1" lang="en">
                <a:solidFill>
                  <a:schemeClr val="dk1"/>
                </a:solidFill>
              </a:rPr>
              <a:t>4 to 5 AM</a:t>
            </a:r>
            <a:r>
              <a:rPr lang="en">
                <a:solidFill>
                  <a:schemeClr val="dk1"/>
                </a:solidFill>
              </a:rPr>
              <a:t>, with trip volume dropping to just 300 rides.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Once the sun starts to rise, the demand picks back up and climbs gradually throughout the day. There’s a </a:t>
            </a:r>
            <a:r>
              <a:rPr b="1" lang="en">
                <a:solidFill>
                  <a:schemeClr val="dk1"/>
                </a:solidFill>
              </a:rPr>
              <a:t>small dip between 2 to 4 PM</a:t>
            </a:r>
            <a:r>
              <a:rPr lang="en">
                <a:solidFill>
                  <a:schemeClr val="dk1"/>
                </a:solidFill>
              </a:rPr>
              <a:t>, which could be a post-lunch, pre-commute slowdown.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Then we hit the </a:t>
            </a:r>
            <a:r>
              <a:rPr b="1" lang="en">
                <a:solidFill>
                  <a:schemeClr val="dk1"/>
                </a:solidFill>
              </a:rPr>
              <a:t>Evening Peak</a:t>
            </a:r>
            <a:r>
              <a:rPr lang="en">
                <a:solidFill>
                  <a:schemeClr val="dk1"/>
                </a:solidFill>
              </a:rPr>
              <a:t>—a surge between </a:t>
            </a:r>
            <a:r>
              <a:rPr b="1" lang="en">
                <a:solidFill>
                  <a:schemeClr val="dk1"/>
                </a:solidFill>
              </a:rPr>
              <a:t>5 to 6 PM</a:t>
            </a:r>
            <a:r>
              <a:rPr lang="en">
                <a:solidFill>
                  <a:schemeClr val="dk1"/>
                </a:solidFill>
              </a:rPr>
              <a:t>, when trip volume increases to over </a:t>
            </a:r>
            <a:r>
              <a:rPr b="1" lang="en">
                <a:solidFill>
                  <a:schemeClr val="dk1"/>
                </a:solidFill>
              </a:rPr>
              <a:t>6,000 rides per half hour</a:t>
            </a:r>
            <a:r>
              <a:rPr lang="en">
                <a:solidFill>
                  <a:schemeClr val="dk1"/>
                </a:solidFill>
              </a:rPr>
              <a:t>. This is when commuters, dinner plans, and weekend events all collide, making it the most active time period of the day.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If we look carefully at the </a:t>
            </a:r>
            <a:r>
              <a:rPr lang="en">
                <a:solidFill>
                  <a:schemeClr val="dk1"/>
                </a:solidFill>
              </a:rPr>
              <a:t>second</a:t>
            </a:r>
            <a:r>
              <a:rPr lang="en">
                <a:solidFill>
                  <a:schemeClr val="dk1"/>
                </a:solidFill>
              </a:rPr>
              <a:t> and third line chart, we would notice that the taxi fare and trip distance trends are </a:t>
            </a:r>
            <a:r>
              <a:rPr lang="en">
                <a:solidFill>
                  <a:schemeClr val="dk1"/>
                </a:solidFill>
              </a:rPr>
              <a:t>tightly correlated with the trip volume trend. For example, fare is at its highest at around 5AM. It’s likely due to low supply but high demand. Speaking from my own experience, every time I go out in New York City and can’t get an Uber home at 4AM, I will turn to taxis as my last resort.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Now let’s take a look at the trip distance chart, There’s a noticeable spike around </a:t>
            </a:r>
            <a:r>
              <a:rPr b="1" lang="en">
                <a:solidFill>
                  <a:schemeClr val="dk1"/>
                </a:solidFill>
              </a:rPr>
              <a:t>5 AM</a:t>
            </a:r>
            <a:r>
              <a:rPr lang="en">
                <a:solidFill>
                  <a:schemeClr val="dk1"/>
                </a:solidFill>
              </a:rPr>
              <a:t>, with average trip distance reaching </a:t>
            </a:r>
            <a:r>
              <a:rPr b="1" lang="en">
                <a:solidFill>
                  <a:schemeClr val="dk1"/>
                </a:solidFill>
              </a:rPr>
              <a:t>6.3 miles</a:t>
            </a:r>
            <a:r>
              <a:rPr lang="en">
                <a:solidFill>
                  <a:schemeClr val="dk1"/>
                </a:solidFill>
              </a:rPr>
              <a:t>, likely driven by airport runs or early work commutes. The most dramatic jump occurs around </a:t>
            </a:r>
            <a:r>
              <a:rPr b="1" lang="en">
                <a:solidFill>
                  <a:schemeClr val="dk1"/>
                </a:solidFill>
              </a:rPr>
              <a:t>7 PM</a:t>
            </a:r>
            <a:r>
              <a:rPr lang="en">
                <a:solidFill>
                  <a:schemeClr val="dk1"/>
                </a:solidFill>
              </a:rPr>
              <a:t>, where distances peak at </a:t>
            </a:r>
            <a:r>
              <a:rPr b="1" lang="en">
                <a:solidFill>
                  <a:schemeClr val="dk1"/>
                </a:solidFill>
              </a:rPr>
              <a:t>11.3 miles</a:t>
            </a:r>
            <a:r>
              <a:rPr lang="en">
                <a:solidFill>
                  <a:schemeClr val="dk1"/>
                </a:solidFill>
              </a:rPr>
              <a:t>, suggesting longer evening rides to the suburbs, events, or cross-borough destinations as people head out for the night.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47f2e9a217_0_2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47f2e9a217_0_2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4c09d3d325_3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4c09d3d325_3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4c09d3d325_3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4c09d3d325_3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47f2e9a217_0_2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47f2e9a217_0_2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47f2e9a217_0_2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47f2e9a217_0_2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reepik.com/" TargetMode="Externa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5"/>
        </a:solidFill>
      </p:bgPr>
    </p:bg>
    <p:spTree>
      <p:nvGrpSpPr>
        <p:cNvPr id="9" name="Shape 9"/>
        <p:cNvGrpSpPr/>
        <p:nvPr/>
      </p:nvGrpSpPr>
      <p:grpSpPr>
        <a:xfrm>
          <a:off x="0" y="0"/>
          <a:ext cx="0" cy="0"/>
          <a:chOff x="0" y="0"/>
          <a:chExt cx="0" cy="0"/>
        </a:xfrm>
      </p:grpSpPr>
      <p:sp>
        <p:nvSpPr>
          <p:cNvPr id="10" name="Google Shape;10;p2"/>
          <p:cNvSpPr/>
          <p:nvPr/>
        </p:nvSpPr>
        <p:spPr>
          <a:xfrm>
            <a:off x="-3537625" y="711975"/>
            <a:ext cx="7035600" cy="3277200"/>
          </a:xfrm>
          <a:prstGeom prst="triangle">
            <a:avLst>
              <a:gd fmla="val 50000" name="adj"/>
            </a:avLst>
          </a:prstGeom>
          <a:noFill/>
          <a:ln cap="flat" cmpd="sng" w="19050">
            <a:solidFill>
              <a:srgbClr val="3838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0" y="1255025"/>
            <a:ext cx="4322700" cy="3891000"/>
          </a:xfrm>
          <a:prstGeom prst="rtTriangle">
            <a:avLst/>
          </a:prstGeom>
          <a:solidFill>
            <a:srgbClr val="DBD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1034200" y="0"/>
            <a:ext cx="10867800" cy="5143500"/>
          </a:xfrm>
          <a:prstGeom prst="triangle">
            <a:avLst>
              <a:gd fmla="val 49850" name="adj"/>
            </a:avLst>
          </a:prstGeom>
          <a:solidFill>
            <a:srgbClr val="3838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txBox="1"/>
          <p:nvPr>
            <p:ph type="ctrTitle"/>
          </p:nvPr>
        </p:nvSpPr>
        <p:spPr>
          <a:xfrm>
            <a:off x="3603058" y="1948236"/>
            <a:ext cx="4543500" cy="2052600"/>
          </a:xfrm>
          <a:prstGeom prst="rect">
            <a:avLst/>
          </a:prstGeom>
        </p:spPr>
        <p:txBody>
          <a:bodyPr anchorCtr="0" anchor="b" bIns="91425" lIns="91425" spcFirstLastPara="1" rIns="91425" wrap="square" tIns="91425">
            <a:noAutofit/>
          </a:bodyPr>
          <a:lstStyle>
            <a:lvl1pPr lvl="0" algn="r">
              <a:spcBef>
                <a:spcPts val="0"/>
              </a:spcBef>
              <a:spcAft>
                <a:spcPts val="0"/>
              </a:spcAft>
              <a:buSzPts val="5200"/>
              <a:buNone/>
              <a:defRPr sz="4000">
                <a:solidFill>
                  <a:schemeClr val="accent5"/>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 name="Google Shape;14;p2"/>
          <p:cNvSpPr txBox="1"/>
          <p:nvPr>
            <p:ph idx="1" type="subTitle"/>
          </p:nvPr>
        </p:nvSpPr>
        <p:spPr>
          <a:xfrm>
            <a:off x="2316899" y="4037775"/>
            <a:ext cx="5829600" cy="7926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a:solidFill>
                  <a:schemeClr val="accent5"/>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accent5"/>
        </a:solidFill>
      </p:bgPr>
    </p:bg>
    <p:spTree>
      <p:nvGrpSpPr>
        <p:cNvPr id="19" name="Shape 19"/>
        <p:cNvGrpSpPr/>
        <p:nvPr/>
      </p:nvGrpSpPr>
      <p:grpSpPr>
        <a:xfrm>
          <a:off x="0" y="0"/>
          <a:ext cx="0" cy="0"/>
          <a:chOff x="0" y="0"/>
          <a:chExt cx="0" cy="0"/>
        </a:xfrm>
      </p:grpSpPr>
      <p:sp>
        <p:nvSpPr>
          <p:cNvPr id="20" name="Google Shape;20;p4"/>
          <p:cNvSpPr/>
          <p:nvPr/>
        </p:nvSpPr>
        <p:spPr>
          <a:xfrm flipH="1">
            <a:off x="5808550" y="1533900"/>
            <a:ext cx="4800600" cy="4800600"/>
          </a:xfrm>
          <a:prstGeom prst="rtTriangle">
            <a:avLst/>
          </a:prstGeom>
          <a:solidFill>
            <a:srgbClr val="383838"/>
          </a:solidFill>
          <a:ln cap="flat" cmpd="sng" w="9525">
            <a:solidFill>
              <a:srgbClr val="DBDB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21" name="Google Shape;21;p4"/>
          <p:cNvSpPr txBox="1"/>
          <p:nvPr>
            <p:ph type="title"/>
          </p:nvPr>
        </p:nvSpPr>
        <p:spPr>
          <a:xfrm>
            <a:off x="626250" y="597425"/>
            <a:ext cx="78915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b="1"/>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p:txBody>
      </p:sp>
      <p:sp>
        <p:nvSpPr>
          <p:cNvPr id="22" name="Google Shape;22;p4"/>
          <p:cNvSpPr txBox="1"/>
          <p:nvPr>
            <p:ph idx="1" type="body"/>
          </p:nvPr>
        </p:nvSpPr>
        <p:spPr>
          <a:xfrm>
            <a:off x="626250" y="1304875"/>
            <a:ext cx="78915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accent5"/>
        </a:solidFill>
      </p:bgPr>
    </p:bg>
    <p:spTree>
      <p:nvGrpSpPr>
        <p:cNvPr id="24" name="Shape 24"/>
        <p:cNvGrpSpPr/>
        <p:nvPr/>
      </p:nvGrpSpPr>
      <p:grpSpPr>
        <a:xfrm>
          <a:off x="0" y="0"/>
          <a:ext cx="0" cy="0"/>
          <a:chOff x="0" y="0"/>
          <a:chExt cx="0" cy="0"/>
        </a:xfrm>
      </p:grpSpPr>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subTitle"/>
          </p:nvPr>
        </p:nvSpPr>
        <p:spPr>
          <a:xfrm>
            <a:off x="833927" y="2641577"/>
            <a:ext cx="3100800" cy="99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p:txBody>
      </p:sp>
      <p:sp>
        <p:nvSpPr>
          <p:cNvPr id="27" name="Google Shape;27;p5"/>
          <p:cNvSpPr txBox="1"/>
          <p:nvPr>
            <p:ph idx="2" type="subTitle"/>
          </p:nvPr>
        </p:nvSpPr>
        <p:spPr>
          <a:xfrm>
            <a:off x="5209273" y="2641577"/>
            <a:ext cx="3100800" cy="99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p:txBody>
      </p:sp>
      <p:sp>
        <p:nvSpPr>
          <p:cNvPr id="28" name="Google Shape;28;p5"/>
          <p:cNvSpPr txBox="1"/>
          <p:nvPr>
            <p:ph type="title"/>
          </p:nvPr>
        </p:nvSpPr>
        <p:spPr>
          <a:xfrm>
            <a:off x="1554977" y="1985760"/>
            <a:ext cx="1658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0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
        <p:nvSpPr>
          <p:cNvPr id="29" name="Google Shape;29;p5"/>
          <p:cNvSpPr txBox="1"/>
          <p:nvPr>
            <p:ph idx="3" type="title"/>
          </p:nvPr>
        </p:nvSpPr>
        <p:spPr>
          <a:xfrm>
            <a:off x="5930323" y="1985760"/>
            <a:ext cx="1658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0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
        <p:nvSpPr>
          <p:cNvPr id="30" name="Google Shape;30;p5"/>
          <p:cNvSpPr/>
          <p:nvPr/>
        </p:nvSpPr>
        <p:spPr>
          <a:xfrm rot="10800000">
            <a:off x="3588450" y="-22625"/>
            <a:ext cx="1967100" cy="8859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accent5"/>
        </a:solidFill>
      </p:bgPr>
    </p:bg>
    <p:spTree>
      <p:nvGrpSpPr>
        <p:cNvPr id="31" name="Shape 31"/>
        <p:cNvGrpSpPr/>
        <p:nvPr/>
      </p:nvGrpSpPr>
      <p:grpSpPr>
        <a:xfrm>
          <a:off x="0" y="0"/>
          <a:ext cx="0" cy="0"/>
          <a:chOff x="0" y="0"/>
          <a:chExt cx="0" cy="0"/>
        </a:xfrm>
      </p:grpSpPr>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6"/>
          <p:cNvSpPr/>
          <p:nvPr/>
        </p:nvSpPr>
        <p:spPr>
          <a:xfrm flipH="1">
            <a:off x="7024500" y="2600625"/>
            <a:ext cx="3405900" cy="3302400"/>
          </a:xfrm>
          <a:prstGeom prst="rtTriangle">
            <a:avLst/>
          </a:prstGeom>
          <a:noFill/>
          <a:ln cap="flat" cmpd="sng" w="19050">
            <a:solidFill>
              <a:srgbClr val="3838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EEEEE"/>
              </a:solidFill>
            </a:endParaRPr>
          </a:p>
        </p:txBody>
      </p:sp>
      <p:sp>
        <p:nvSpPr>
          <p:cNvPr id="34" name="Google Shape;34;p6"/>
          <p:cNvSpPr/>
          <p:nvPr/>
        </p:nvSpPr>
        <p:spPr>
          <a:xfrm flipH="1">
            <a:off x="7128800" y="2600625"/>
            <a:ext cx="3405900" cy="3302400"/>
          </a:xfrm>
          <a:prstGeom prst="rtTriangle">
            <a:avLst/>
          </a:prstGeom>
          <a:solidFill>
            <a:srgbClr val="929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EEEEE"/>
              </a:solidFill>
            </a:endParaRPr>
          </a:p>
        </p:txBody>
      </p:sp>
      <p:sp>
        <p:nvSpPr>
          <p:cNvPr id="35" name="Google Shape;35;p6"/>
          <p:cNvSpPr/>
          <p:nvPr/>
        </p:nvSpPr>
        <p:spPr>
          <a:xfrm flipH="1" rot="10800000">
            <a:off x="-762425" y="-915550"/>
            <a:ext cx="3405900" cy="3302400"/>
          </a:xfrm>
          <a:prstGeom prst="rtTriangle">
            <a:avLst/>
          </a:prstGeom>
          <a:solidFill>
            <a:srgbClr val="929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EEEEE"/>
              </a:solidFill>
            </a:endParaRPr>
          </a:p>
        </p:txBody>
      </p:sp>
      <p:sp>
        <p:nvSpPr>
          <p:cNvPr id="36" name="Google Shape;36;p6"/>
          <p:cNvSpPr/>
          <p:nvPr/>
        </p:nvSpPr>
        <p:spPr>
          <a:xfrm flipH="1" rot="10800000">
            <a:off x="-1681400" y="-1522625"/>
            <a:ext cx="5364900" cy="2516400"/>
          </a:xfrm>
          <a:prstGeom prst="triangle">
            <a:avLst>
              <a:gd fmla="val 50000" name="adj"/>
            </a:avLst>
          </a:prstGeom>
          <a:noFill/>
          <a:ln cap="flat" cmpd="sng" w="19050">
            <a:solidFill>
              <a:srgbClr val="3838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
          <p:cNvSpPr txBox="1"/>
          <p:nvPr>
            <p:ph type="title"/>
          </p:nvPr>
        </p:nvSpPr>
        <p:spPr>
          <a:xfrm>
            <a:off x="713225" y="530725"/>
            <a:ext cx="77109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8" name="Google Shape;4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9" name="Google Shape;4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0" name="Google Shape;5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 name="Shape 51"/>
        <p:cNvGrpSpPr/>
        <p:nvPr/>
      </p:nvGrpSpPr>
      <p:grpSpPr>
        <a:xfrm>
          <a:off x="0" y="0"/>
          <a:ext cx="0" cy="0"/>
          <a:chOff x="0" y="0"/>
          <a:chExt cx="0" cy="0"/>
        </a:xfrm>
      </p:grpSpPr>
      <p:sp>
        <p:nvSpPr>
          <p:cNvPr id="52" name="Google Shape;5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400"/>
              <a:buNone/>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5"/>
        </a:solidFill>
      </p:bgPr>
    </p:bg>
    <p:spTree>
      <p:nvGrpSpPr>
        <p:cNvPr id="54" name="Shape 54"/>
        <p:cNvGrpSpPr/>
        <p:nvPr/>
      </p:nvGrpSpPr>
      <p:grpSpPr>
        <a:xfrm>
          <a:off x="0" y="0"/>
          <a:ext cx="0" cy="0"/>
          <a:chOff x="0" y="0"/>
          <a:chExt cx="0" cy="0"/>
        </a:xfrm>
      </p:grpSpPr>
      <p:sp>
        <p:nvSpPr>
          <p:cNvPr id="55" name="Google Shape;55;p11"/>
          <p:cNvSpPr/>
          <p:nvPr/>
        </p:nvSpPr>
        <p:spPr>
          <a:xfrm rot="10800000">
            <a:off x="-19875" y="-19325"/>
            <a:ext cx="9203100" cy="5162700"/>
          </a:xfrm>
          <a:prstGeom prst="triangle">
            <a:avLst>
              <a:gd fmla="val 50000" name="adj"/>
            </a:avLst>
          </a:prstGeom>
          <a:solidFill>
            <a:srgbClr val="3838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5"/>
              </a:buClr>
              <a:buSzPts val="12000"/>
              <a:buNone/>
              <a:defRPr sz="12000">
                <a:solidFill>
                  <a:schemeClr val="accent5"/>
                </a:solidFill>
              </a:defRPr>
            </a:lvl1pPr>
            <a:lvl2pPr lvl="1" algn="ctr">
              <a:spcBef>
                <a:spcPts val="0"/>
              </a:spcBef>
              <a:spcAft>
                <a:spcPts val="0"/>
              </a:spcAft>
              <a:buClr>
                <a:schemeClr val="accent5"/>
              </a:buClr>
              <a:buSzPts val="12000"/>
              <a:buNone/>
              <a:defRPr sz="12000">
                <a:solidFill>
                  <a:schemeClr val="accent5"/>
                </a:solidFill>
              </a:defRPr>
            </a:lvl2pPr>
            <a:lvl3pPr lvl="2" algn="ctr">
              <a:spcBef>
                <a:spcPts val="0"/>
              </a:spcBef>
              <a:spcAft>
                <a:spcPts val="0"/>
              </a:spcAft>
              <a:buClr>
                <a:schemeClr val="accent5"/>
              </a:buClr>
              <a:buSzPts val="12000"/>
              <a:buNone/>
              <a:defRPr sz="12000">
                <a:solidFill>
                  <a:schemeClr val="accent5"/>
                </a:solidFill>
              </a:defRPr>
            </a:lvl3pPr>
            <a:lvl4pPr lvl="3" algn="ctr">
              <a:spcBef>
                <a:spcPts val="0"/>
              </a:spcBef>
              <a:spcAft>
                <a:spcPts val="0"/>
              </a:spcAft>
              <a:buClr>
                <a:schemeClr val="accent5"/>
              </a:buClr>
              <a:buSzPts val="12000"/>
              <a:buNone/>
              <a:defRPr sz="12000">
                <a:solidFill>
                  <a:schemeClr val="accent5"/>
                </a:solidFill>
              </a:defRPr>
            </a:lvl4pPr>
            <a:lvl5pPr lvl="4" algn="ctr">
              <a:spcBef>
                <a:spcPts val="0"/>
              </a:spcBef>
              <a:spcAft>
                <a:spcPts val="0"/>
              </a:spcAft>
              <a:buClr>
                <a:schemeClr val="accent5"/>
              </a:buClr>
              <a:buSzPts val="12000"/>
              <a:buNone/>
              <a:defRPr sz="12000">
                <a:solidFill>
                  <a:schemeClr val="accent5"/>
                </a:solidFill>
              </a:defRPr>
            </a:lvl5pPr>
            <a:lvl6pPr lvl="5" algn="ctr">
              <a:spcBef>
                <a:spcPts val="0"/>
              </a:spcBef>
              <a:spcAft>
                <a:spcPts val="0"/>
              </a:spcAft>
              <a:buClr>
                <a:schemeClr val="accent5"/>
              </a:buClr>
              <a:buSzPts val="12000"/>
              <a:buNone/>
              <a:defRPr sz="12000">
                <a:solidFill>
                  <a:schemeClr val="accent5"/>
                </a:solidFill>
              </a:defRPr>
            </a:lvl6pPr>
            <a:lvl7pPr lvl="6" algn="ctr">
              <a:spcBef>
                <a:spcPts val="0"/>
              </a:spcBef>
              <a:spcAft>
                <a:spcPts val="0"/>
              </a:spcAft>
              <a:buClr>
                <a:schemeClr val="accent5"/>
              </a:buClr>
              <a:buSzPts val="12000"/>
              <a:buNone/>
              <a:defRPr sz="12000">
                <a:solidFill>
                  <a:schemeClr val="accent5"/>
                </a:solidFill>
              </a:defRPr>
            </a:lvl7pPr>
            <a:lvl8pPr lvl="7" algn="ctr">
              <a:spcBef>
                <a:spcPts val="0"/>
              </a:spcBef>
              <a:spcAft>
                <a:spcPts val="0"/>
              </a:spcAft>
              <a:buClr>
                <a:schemeClr val="accent5"/>
              </a:buClr>
              <a:buSzPts val="12000"/>
              <a:buNone/>
              <a:defRPr sz="12000">
                <a:solidFill>
                  <a:schemeClr val="accent5"/>
                </a:solidFill>
              </a:defRPr>
            </a:lvl8pPr>
            <a:lvl9pPr lvl="8" algn="ctr">
              <a:spcBef>
                <a:spcPts val="0"/>
              </a:spcBef>
              <a:spcAft>
                <a:spcPts val="0"/>
              </a:spcAft>
              <a:buClr>
                <a:schemeClr val="accent5"/>
              </a:buClr>
              <a:buSzPts val="12000"/>
              <a:buNone/>
              <a:defRPr sz="12000">
                <a:solidFill>
                  <a:schemeClr val="accent5"/>
                </a:solidFill>
              </a:defRPr>
            </a:lvl9pPr>
          </a:lstStyle>
          <a:p>
            <a:r>
              <a:t>xx%</a:t>
            </a:r>
          </a:p>
        </p:txBody>
      </p:sp>
      <p:sp>
        <p:nvSpPr>
          <p:cNvPr id="57" name="Google Shape;5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Clr>
                <a:schemeClr val="accent5"/>
              </a:buClr>
              <a:buSzPts val="1400"/>
              <a:buChar char="●"/>
              <a:defRPr>
                <a:solidFill>
                  <a:schemeClr val="accent5"/>
                </a:solidFill>
              </a:defRPr>
            </a:lvl1pPr>
            <a:lvl2pPr indent="-317500" lvl="1" marL="914400" algn="ctr">
              <a:spcBef>
                <a:spcPts val="0"/>
              </a:spcBef>
              <a:spcAft>
                <a:spcPts val="0"/>
              </a:spcAft>
              <a:buClr>
                <a:schemeClr val="accent5"/>
              </a:buClr>
              <a:buSzPts val="1400"/>
              <a:buChar char="○"/>
              <a:defRPr>
                <a:solidFill>
                  <a:schemeClr val="accent5"/>
                </a:solidFill>
              </a:defRPr>
            </a:lvl2pPr>
            <a:lvl3pPr indent="-317500" lvl="2" marL="1371600" algn="ctr">
              <a:spcBef>
                <a:spcPts val="0"/>
              </a:spcBef>
              <a:spcAft>
                <a:spcPts val="0"/>
              </a:spcAft>
              <a:buClr>
                <a:schemeClr val="accent5"/>
              </a:buClr>
              <a:buSzPts val="1400"/>
              <a:buChar char="■"/>
              <a:defRPr>
                <a:solidFill>
                  <a:schemeClr val="accent5"/>
                </a:solidFill>
              </a:defRPr>
            </a:lvl3pPr>
            <a:lvl4pPr indent="-317500" lvl="3" marL="1828800" algn="ctr">
              <a:spcBef>
                <a:spcPts val="0"/>
              </a:spcBef>
              <a:spcAft>
                <a:spcPts val="0"/>
              </a:spcAft>
              <a:buClr>
                <a:schemeClr val="accent5"/>
              </a:buClr>
              <a:buSzPts val="1400"/>
              <a:buChar char="●"/>
              <a:defRPr>
                <a:solidFill>
                  <a:schemeClr val="accent5"/>
                </a:solidFill>
              </a:defRPr>
            </a:lvl4pPr>
            <a:lvl5pPr indent="-317500" lvl="4" marL="2286000" algn="ctr">
              <a:spcBef>
                <a:spcPts val="0"/>
              </a:spcBef>
              <a:spcAft>
                <a:spcPts val="0"/>
              </a:spcAft>
              <a:buClr>
                <a:schemeClr val="accent5"/>
              </a:buClr>
              <a:buSzPts val="1400"/>
              <a:buChar char="○"/>
              <a:defRPr>
                <a:solidFill>
                  <a:schemeClr val="accent5"/>
                </a:solidFill>
              </a:defRPr>
            </a:lvl5pPr>
            <a:lvl6pPr indent="-317500" lvl="5" marL="2743200" algn="ctr">
              <a:spcBef>
                <a:spcPts val="0"/>
              </a:spcBef>
              <a:spcAft>
                <a:spcPts val="0"/>
              </a:spcAft>
              <a:buClr>
                <a:schemeClr val="accent5"/>
              </a:buClr>
              <a:buSzPts val="1400"/>
              <a:buChar char="■"/>
              <a:defRPr>
                <a:solidFill>
                  <a:schemeClr val="accent5"/>
                </a:solidFill>
              </a:defRPr>
            </a:lvl6pPr>
            <a:lvl7pPr indent="-317500" lvl="6" marL="3200400" algn="ctr">
              <a:spcBef>
                <a:spcPts val="0"/>
              </a:spcBef>
              <a:spcAft>
                <a:spcPts val="0"/>
              </a:spcAft>
              <a:buClr>
                <a:schemeClr val="accent5"/>
              </a:buClr>
              <a:buSzPts val="1400"/>
              <a:buChar char="●"/>
              <a:defRPr>
                <a:solidFill>
                  <a:schemeClr val="accent5"/>
                </a:solidFill>
              </a:defRPr>
            </a:lvl7pPr>
            <a:lvl8pPr indent="-317500" lvl="7" marL="3657600" algn="ctr">
              <a:spcBef>
                <a:spcPts val="0"/>
              </a:spcBef>
              <a:spcAft>
                <a:spcPts val="0"/>
              </a:spcAft>
              <a:buClr>
                <a:schemeClr val="accent5"/>
              </a:buClr>
              <a:buSzPts val="1400"/>
              <a:buChar char="○"/>
              <a:defRPr>
                <a:solidFill>
                  <a:schemeClr val="accent5"/>
                </a:solidFill>
              </a:defRPr>
            </a:lvl8pPr>
            <a:lvl9pPr indent="-317500" lvl="8" marL="4114800" algn="ctr">
              <a:spcBef>
                <a:spcPts val="0"/>
              </a:spcBef>
              <a:spcAft>
                <a:spcPts val="0"/>
              </a:spcAft>
              <a:buClr>
                <a:schemeClr val="accent5"/>
              </a:buClr>
              <a:buSzPts val="1400"/>
              <a:buChar char="■"/>
              <a:defRPr>
                <a:solidFill>
                  <a:schemeClr val="accent5"/>
                </a:solidFill>
              </a:defRPr>
            </a:lvl9pPr>
          </a:lstStyle>
          <a:p/>
        </p:txBody>
      </p:sp>
      <p:sp>
        <p:nvSpPr>
          <p:cNvPr id="58" name="Google Shape;5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5"/>
        </a:solidFill>
      </p:bgPr>
    </p:bg>
    <p:spTree>
      <p:nvGrpSpPr>
        <p:cNvPr id="59" name="Shape 59"/>
        <p:cNvGrpSpPr/>
        <p:nvPr/>
      </p:nvGrpSpPr>
      <p:grpSpPr>
        <a:xfrm>
          <a:off x="0" y="0"/>
          <a:ext cx="0" cy="0"/>
          <a:chOff x="0" y="0"/>
          <a:chExt cx="0" cy="0"/>
        </a:xfrm>
      </p:grpSpPr>
      <p:sp>
        <p:nvSpPr>
          <p:cNvPr id="60" name="Google Shape;6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9">
  <p:cSld name="CUSTOM_21_1_1">
    <p:bg>
      <p:bgPr>
        <a:solidFill>
          <a:schemeClr val="accent6"/>
        </a:solidFill>
      </p:bgPr>
    </p:bg>
    <p:spTree>
      <p:nvGrpSpPr>
        <p:cNvPr id="61" name="Shape 61"/>
        <p:cNvGrpSpPr/>
        <p:nvPr/>
      </p:nvGrpSpPr>
      <p:grpSpPr>
        <a:xfrm>
          <a:off x="0" y="0"/>
          <a:ext cx="0" cy="0"/>
          <a:chOff x="0" y="0"/>
          <a:chExt cx="0" cy="0"/>
        </a:xfrm>
      </p:grpSpPr>
      <p:sp>
        <p:nvSpPr>
          <p:cNvPr id="62" name="Google Shape;62;p13"/>
          <p:cNvSpPr/>
          <p:nvPr/>
        </p:nvSpPr>
        <p:spPr>
          <a:xfrm flipH="1" rot="10800000">
            <a:off x="-2390100" y="-102475"/>
            <a:ext cx="13887000" cy="6572400"/>
          </a:xfrm>
          <a:prstGeom prst="triangle">
            <a:avLst>
              <a:gd fmla="val 4985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p:nvPr/>
        </p:nvSpPr>
        <p:spPr>
          <a:xfrm>
            <a:off x="-5261951" y="1545125"/>
            <a:ext cx="7035600" cy="3277200"/>
          </a:xfrm>
          <a:prstGeom prst="triangle">
            <a:avLst>
              <a:gd fmla="val 50000"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txBox="1"/>
          <p:nvPr>
            <p:ph idx="1" type="body"/>
          </p:nvPr>
        </p:nvSpPr>
        <p:spPr>
          <a:xfrm>
            <a:off x="2434275" y="3133271"/>
            <a:ext cx="4275300" cy="1371900"/>
          </a:xfrm>
          <a:prstGeom prst="rect">
            <a:avLst/>
          </a:prstGeom>
        </p:spPr>
        <p:txBody>
          <a:bodyPr anchorCtr="0" anchor="t" bIns="91425" lIns="91425" spcFirstLastPara="1" rIns="91425" wrap="square" tIns="91425">
            <a:noAutofit/>
          </a:bodyPr>
          <a:lstStyle>
            <a:lvl1pPr indent="-323850" lvl="0" marL="457200" algn="ctr">
              <a:lnSpc>
                <a:spcPct val="100000"/>
              </a:lnSpc>
              <a:spcBef>
                <a:spcPts val="0"/>
              </a:spcBef>
              <a:spcAft>
                <a:spcPts val="0"/>
              </a:spcAft>
              <a:buClr>
                <a:srgbClr val="000000"/>
              </a:buClr>
              <a:buSzPts val="1500"/>
              <a:buFont typeface="Montserrat"/>
              <a:buChar char="●"/>
              <a:defRPr>
                <a:solidFill>
                  <a:schemeClr val="lt1"/>
                </a:solidFill>
                <a:latin typeface="Didact Gothic"/>
                <a:ea typeface="Didact Gothic"/>
                <a:cs typeface="Didact Gothic"/>
                <a:sym typeface="Didact Gothic"/>
              </a:defRPr>
            </a:lvl1pPr>
            <a:lvl2pPr indent="-298450" lvl="1" marL="9144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2pPr>
            <a:lvl3pPr indent="-298450" lvl="2" marL="13716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3pPr>
            <a:lvl4pPr indent="-298450" lvl="3" marL="18288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4pPr>
            <a:lvl5pPr indent="-298450" lvl="4" marL="22860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5pPr>
            <a:lvl6pPr indent="-298450" lvl="5" marL="27432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6pPr>
            <a:lvl7pPr indent="-298450" lvl="6" marL="32004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7pPr>
            <a:lvl8pPr indent="-298450" lvl="7" marL="36576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8pPr>
            <a:lvl9pPr indent="-298450" lvl="8" marL="41148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9pPr>
          </a:lstStyle>
          <a:p/>
        </p:txBody>
      </p:sp>
      <p:sp>
        <p:nvSpPr>
          <p:cNvPr id="65" name="Google Shape;65;p13"/>
          <p:cNvSpPr txBox="1"/>
          <p:nvPr>
            <p:ph type="title"/>
          </p:nvPr>
        </p:nvSpPr>
        <p:spPr>
          <a:xfrm>
            <a:off x="1726200" y="347525"/>
            <a:ext cx="5691600" cy="26448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b="1" sz="8000">
                <a:solidFill>
                  <a:schemeClr val="lt1"/>
                </a:solidFill>
              </a:defRPr>
            </a:lvl1pPr>
            <a:lvl2pPr lvl="1">
              <a:spcBef>
                <a:spcPts val="0"/>
              </a:spcBef>
              <a:spcAft>
                <a:spcPts val="0"/>
              </a:spcAft>
              <a:buClr>
                <a:schemeClr val="lt1"/>
              </a:buClr>
              <a:buSzPts val="6000"/>
              <a:buNone/>
              <a:defRPr b="1" sz="6000">
                <a:solidFill>
                  <a:schemeClr val="lt1"/>
                </a:solidFill>
              </a:defRPr>
            </a:lvl2pPr>
            <a:lvl3pPr lvl="2">
              <a:spcBef>
                <a:spcPts val="0"/>
              </a:spcBef>
              <a:spcAft>
                <a:spcPts val="0"/>
              </a:spcAft>
              <a:buClr>
                <a:schemeClr val="lt1"/>
              </a:buClr>
              <a:buSzPts val="6000"/>
              <a:buNone/>
              <a:defRPr b="1" sz="6000">
                <a:solidFill>
                  <a:schemeClr val="lt1"/>
                </a:solidFill>
              </a:defRPr>
            </a:lvl3pPr>
            <a:lvl4pPr lvl="3">
              <a:spcBef>
                <a:spcPts val="0"/>
              </a:spcBef>
              <a:spcAft>
                <a:spcPts val="0"/>
              </a:spcAft>
              <a:buClr>
                <a:schemeClr val="lt1"/>
              </a:buClr>
              <a:buSzPts val="6000"/>
              <a:buNone/>
              <a:defRPr b="1" sz="6000">
                <a:solidFill>
                  <a:schemeClr val="lt1"/>
                </a:solidFill>
              </a:defRPr>
            </a:lvl4pPr>
            <a:lvl5pPr lvl="4">
              <a:spcBef>
                <a:spcPts val="0"/>
              </a:spcBef>
              <a:spcAft>
                <a:spcPts val="0"/>
              </a:spcAft>
              <a:buClr>
                <a:schemeClr val="lt1"/>
              </a:buClr>
              <a:buSzPts val="6000"/>
              <a:buNone/>
              <a:defRPr b="1" sz="6000">
                <a:solidFill>
                  <a:schemeClr val="lt1"/>
                </a:solidFill>
              </a:defRPr>
            </a:lvl5pPr>
            <a:lvl6pPr lvl="5">
              <a:spcBef>
                <a:spcPts val="0"/>
              </a:spcBef>
              <a:spcAft>
                <a:spcPts val="0"/>
              </a:spcAft>
              <a:buClr>
                <a:schemeClr val="lt1"/>
              </a:buClr>
              <a:buSzPts val="6000"/>
              <a:buNone/>
              <a:defRPr b="1" sz="6000">
                <a:solidFill>
                  <a:schemeClr val="lt1"/>
                </a:solidFill>
              </a:defRPr>
            </a:lvl6pPr>
            <a:lvl7pPr lvl="6">
              <a:spcBef>
                <a:spcPts val="0"/>
              </a:spcBef>
              <a:spcAft>
                <a:spcPts val="0"/>
              </a:spcAft>
              <a:buClr>
                <a:schemeClr val="lt1"/>
              </a:buClr>
              <a:buSzPts val="6000"/>
              <a:buNone/>
              <a:defRPr b="1" sz="6000">
                <a:solidFill>
                  <a:schemeClr val="lt1"/>
                </a:solidFill>
              </a:defRPr>
            </a:lvl7pPr>
            <a:lvl8pPr lvl="7">
              <a:spcBef>
                <a:spcPts val="0"/>
              </a:spcBef>
              <a:spcAft>
                <a:spcPts val="0"/>
              </a:spcAft>
              <a:buClr>
                <a:schemeClr val="lt1"/>
              </a:buClr>
              <a:buSzPts val="6000"/>
              <a:buNone/>
              <a:defRPr b="1" sz="6000">
                <a:solidFill>
                  <a:schemeClr val="lt1"/>
                </a:solidFill>
              </a:defRPr>
            </a:lvl8pPr>
            <a:lvl9pPr lvl="8">
              <a:spcBef>
                <a:spcPts val="0"/>
              </a:spcBef>
              <a:spcAft>
                <a:spcPts val="0"/>
              </a:spcAft>
              <a:buClr>
                <a:schemeClr val="lt1"/>
              </a:buClr>
              <a:buSzPts val="6000"/>
              <a:buNone/>
              <a:defRPr b="1" sz="6000">
                <a:solidFill>
                  <a:schemeClr val="lt1"/>
                </a:solidFill>
              </a:defRPr>
            </a:lvl9pPr>
          </a:lstStyle>
          <a:p/>
        </p:txBody>
      </p:sp>
      <p:sp>
        <p:nvSpPr>
          <p:cNvPr id="66" name="Google Shape;66;p13"/>
          <p:cNvSpPr/>
          <p:nvPr/>
        </p:nvSpPr>
        <p:spPr>
          <a:xfrm rot="10800000">
            <a:off x="6919375" y="-738125"/>
            <a:ext cx="3405900" cy="3302400"/>
          </a:xfrm>
          <a:prstGeom prst="rtTriangl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67" name="Google Shape;67;p13"/>
          <p:cNvSpPr/>
          <p:nvPr/>
        </p:nvSpPr>
        <p:spPr>
          <a:xfrm rot="10800000">
            <a:off x="7062250" y="-795275"/>
            <a:ext cx="3405900" cy="33024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bg>
      <p:bgPr>
        <a:solidFill>
          <a:schemeClr val="accent5"/>
        </a:solidFill>
      </p:bgPr>
    </p:bg>
    <p:spTree>
      <p:nvGrpSpPr>
        <p:cNvPr id="68" name="Shape 68"/>
        <p:cNvGrpSpPr/>
        <p:nvPr/>
      </p:nvGrpSpPr>
      <p:grpSpPr>
        <a:xfrm>
          <a:off x="0" y="0"/>
          <a:ext cx="0" cy="0"/>
          <a:chOff x="0" y="0"/>
          <a:chExt cx="0" cy="0"/>
        </a:xfrm>
      </p:grpSpPr>
      <p:sp>
        <p:nvSpPr>
          <p:cNvPr id="69" name="Google Shape;69;p14"/>
          <p:cNvSpPr/>
          <p:nvPr/>
        </p:nvSpPr>
        <p:spPr>
          <a:xfrm>
            <a:off x="-169300" y="-64500"/>
            <a:ext cx="4451100" cy="52722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 name="Google Shape;70;p14"/>
          <p:cNvCxnSpPr/>
          <p:nvPr/>
        </p:nvCxnSpPr>
        <p:spPr>
          <a:xfrm rot="10800000">
            <a:off x="-1604675" y="1624350"/>
            <a:ext cx="4819800" cy="4419600"/>
          </a:xfrm>
          <a:prstGeom prst="straightConnector1">
            <a:avLst/>
          </a:prstGeom>
          <a:noFill/>
          <a:ln cap="flat" cmpd="sng" w="19050">
            <a:solidFill>
              <a:schemeClr val="lt1"/>
            </a:solidFill>
            <a:prstDash val="solid"/>
            <a:round/>
            <a:headEnd len="med" w="med" type="none"/>
            <a:tailEnd len="med" w="med" type="none"/>
          </a:ln>
        </p:spPr>
      </p:cxnSp>
      <p:sp>
        <p:nvSpPr>
          <p:cNvPr id="71" name="Google Shape;71;p14"/>
          <p:cNvSpPr txBox="1"/>
          <p:nvPr>
            <p:ph type="title"/>
          </p:nvPr>
        </p:nvSpPr>
        <p:spPr>
          <a:xfrm>
            <a:off x="5690650" y="1883225"/>
            <a:ext cx="3193800" cy="325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72" name="Google Shape;72;p14"/>
          <p:cNvSpPr txBox="1"/>
          <p:nvPr>
            <p:ph hasCustomPrompt="1" idx="2" type="title"/>
          </p:nvPr>
        </p:nvSpPr>
        <p:spPr>
          <a:xfrm>
            <a:off x="4810771" y="1164068"/>
            <a:ext cx="684600" cy="2904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r>
              <a:t>xx%</a:t>
            </a:r>
          </a:p>
        </p:txBody>
      </p:sp>
      <p:sp>
        <p:nvSpPr>
          <p:cNvPr id="73" name="Google Shape;73;p14"/>
          <p:cNvSpPr txBox="1"/>
          <p:nvPr>
            <p:ph hasCustomPrompt="1" idx="3" type="title"/>
          </p:nvPr>
        </p:nvSpPr>
        <p:spPr>
          <a:xfrm>
            <a:off x="4810771" y="2031990"/>
            <a:ext cx="684600" cy="2904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r>
              <a:t>xx%</a:t>
            </a:r>
          </a:p>
        </p:txBody>
      </p:sp>
      <p:sp>
        <p:nvSpPr>
          <p:cNvPr id="74" name="Google Shape;74;p14"/>
          <p:cNvSpPr txBox="1"/>
          <p:nvPr>
            <p:ph idx="4" type="title"/>
          </p:nvPr>
        </p:nvSpPr>
        <p:spPr>
          <a:xfrm>
            <a:off x="5690650" y="3628275"/>
            <a:ext cx="3193800" cy="325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75" name="Google Shape;75;p14"/>
          <p:cNvSpPr txBox="1"/>
          <p:nvPr>
            <p:ph idx="5" type="title"/>
          </p:nvPr>
        </p:nvSpPr>
        <p:spPr>
          <a:xfrm>
            <a:off x="5690650" y="1044000"/>
            <a:ext cx="3193800" cy="325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76" name="Google Shape;76;p14"/>
          <p:cNvSpPr txBox="1"/>
          <p:nvPr>
            <p:ph idx="6" type="title"/>
          </p:nvPr>
        </p:nvSpPr>
        <p:spPr>
          <a:xfrm>
            <a:off x="5690650" y="2760350"/>
            <a:ext cx="3193800" cy="325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77" name="Google Shape;77;p14"/>
          <p:cNvSpPr txBox="1"/>
          <p:nvPr>
            <p:ph hasCustomPrompt="1" idx="7" type="title"/>
          </p:nvPr>
        </p:nvSpPr>
        <p:spPr>
          <a:xfrm>
            <a:off x="4810771" y="2880418"/>
            <a:ext cx="684600" cy="2904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r>
              <a:t>xx%</a:t>
            </a:r>
          </a:p>
        </p:txBody>
      </p:sp>
      <p:sp>
        <p:nvSpPr>
          <p:cNvPr id="78" name="Google Shape;78;p14"/>
          <p:cNvSpPr txBox="1"/>
          <p:nvPr>
            <p:ph hasCustomPrompt="1" idx="8" type="title"/>
          </p:nvPr>
        </p:nvSpPr>
        <p:spPr>
          <a:xfrm>
            <a:off x="4810771" y="3748340"/>
            <a:ext cx="684600" cy="2904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r>
              <a:t>xx%</a:t>
            </a:r>
          </a:p>
        </p:txBody>
      </p:sp>
      <p:sp>
        <p:nvSpPr>
          <p:cNvPr id="79" name="Google Shape;79;p14"/>
          <p:cNvSpPr txBox="1"/>
          <p:nvPr>
            <p:ph idx="1" type="subTitle"/>
          </p:nvPr>
        </p:nvSpPr>
        <p:spPr>
          <a:xfrm>
            <a:off x="5690650" y="1319545"/>
            <a:ext cx="2454000" cy="23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80" name="Google Shape;80;p14"/>
          <p:cNvSpPr txBox="1"/>
          <p:nvPr>
            <p:ph idx="9" type="subTitle"/>
          </p:nvPr>
        </p:nvSpPr>
        <p:spPr>
          <a:xfrm>
            <a:off x="5690650" y="3045420"/>
            <a:ext cx="2454000" cy="23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81" name="Google Shape;81;p14"/>
          <p:cNvSpPr txBox="1"/>
          <p:nvPr>
            <p:ph idx="13" type="subTitle"/>
          </p:nvPr>
        </p:nvSpPr>
        <p:spPr>
          <a:xfrm>
            <a:off x="5690650" y="2162698"/>
            <a:ext cx="2454000" cy="23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82" name="Google Shape;82;p14"/>
          <p:cNvSpPr txBox="1"/>
          <p:nvPr>
            <p:ph idx="14" type="subTitle"/>
          </p:nvPr>
        </p:nvSpPr>
        <p:spPr>
          <a:xfrm>
            <a:off x="5690650" y="3907748"/>
            <a:ext cx="2454000" cy="23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83" name="Google Shape;83;p14"/>
          <p:cNvSpPr txBox="1"/>
          <p:nvPr>
            <p:ph idx="15" type="title"/>
          </p:nvPr>
        </p:nvSpPr>
        <p:spPr>
          <a:xfrm>
            <a:off x="713225" y="2198800"/>
            <a:ext cx="3416400" cy="52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500"/>
              <a:buNone/>
              <a:defRPr b="1" sz="3000">
                <a:solidFill>
                  <a:schemeClr val="lt1"/>
                </a:solidFill>
              </a:defRPr>
            </a:lvl1pPr>
            <a:lvl2pPr lvl="1">
              <a:spcBef>
                <a:spcPts val="0"/>
              </a:spcBef>
              <a:spcAft>
                <a:spcPts val="0"/>
              </a:spcAft>
              <a:buClr>
                <a:schemeClr val="lt1"/>
              </a:buClr>
              <a:buSzPts val="2500"/>
              <a:buNone/>
              <a:defRPr b="1">
                <a:solidFill>
                  <a:schemeClr val="lt1"/>
                </a:solidFill>
              </a:defRPr>
            </a:lvl2pPr>
            <a:lvl3pPr lvl="2">
              <a:spcBef>
                <a:spcPts val="0"/>
              </a:spcBef>
              <a:spcAft>
                <a:spcPts val="0"/>
              </a:spcAft>
              <a:buClr>
                <a:schemeClr val="lt1"/>
              </a:buClr>
              <a:buSzPts val="2500"/>
              <a:buNone/>
              <a:defRPr b="1">
                <a:solidFill>
                  <a:schemeClr val="lt1"/>
                </a:solidFill>
              </a:defRPr>
            </a:lvl3pPr>
            <a:lvl4pPr lvl="3">
              <a:spcBef>
                <a:spcPts val="0"/>
              </a:spcBef>
              <a:spcAft>
                <a:spcPts val="0"/>
              </a:spcAft>
              <a:buClr>
                <a:schemeClr val="lt1"/>
              </a:buClr>
              <a:buSzPts val="2500"/>
              <a:buNone/>
              <a:defRPr b="1">
                <a:solidFill>
                  <a:schemeClr val="lt1"/>
                </a:solidFill>
              </a:defRPr>
            </a:lvl4pPr>
            <a:lvl5pPr lvl="4">
              <a:spcBef>
                <a:spcPts val="0"/>
              </a:spcBef>
              <a:spcAft>
                <a:spcPts val="0"/>
              </a:spcAft>
              <a:buClr>
                <a:schemeClr val="lt1"/>
              </a:buClr>
              <a:buSzPts val="2500"/>
              <a:buNone/>
              <a:defRPr b="1">
                <a:solidFill>
                  <a:schemeClr val="lt1"/>
                </a:solidFill>
              </a:defRPr>
            </a:lvl5pPr>
            <a:lvl6pPr lvl="5">
              <a:spcBef>
                <a:spcPts val="0"/>
              </a:spcBef>
              <a:spcAft>
                <a:spcPts val="0"/>
              </a:spcAft>
              <a:buClr>
                <a:schemeClr val="lt1"/>
              </a:buClr>
              <a:buSzPts val="2500"/>
              <a:buNone/>
              <a:defRPr b="1">
                <a:solidFill>
                  <a:schemeClr val="lt1"/>
                </a:solidFill>
              </a:defRPr>
            </a:lvl6pPr>
            <a:lvl7pPr lvl="6">
              <a:spcBef>
                <a:spcPts val="0"/>
              </a:spcBef>
              <a:spcAft>
                <a:spcPts val="0"/>
              </a:spcAft>
              <a:buClr>
                <a:schemeClr val="lt1"/>
              </a:buClr>
              <a:buSzPts val="2500"/>
              <a:buNone/>
              <a:defRPr b="1">
                <a:solidFill>
                  <a:schemeClr val="lt1"/>
                </a:solidFill>
              </a:defRPr>
            </a:lvl7pPr>
            <a:lvl8pPr lvl="7">
              <a:spcBef>
                <a:spcPts val="0"/>
              </a:spcBef>
              <a:spcAft>
                <a:spcPts val="0"/>
              </a:spcAft>
              <a:buClr>
                <a:schemeClr val="lt1"/>
              </a:buClr>
              <a:buSzPts val="2500"/>
              <a:buNone/>
              <a:defRPr b="1">
                <a:solidFill>
                  <a:schemeClr val="lt1"/>
                </a:solidFill>
              </a:defRPr>
            </a:lvl8pPr>
            <a:lvl9pPr lvl="8">
              <a:spcBef>
                <a:spcPts val="0"/>
              </a:spcBef>
              <a:spcAft>
                <a:spcPts val="0"/>
              </a:spcAft>
              <a:buClr>
                <a:schemeClr val="lt1"/>
              </a:buClr>
              <a:buSzPts val="2500"/>
              <a:buNone/>
              <a:defRPr b="1">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_2">
    <p:bg>
      <p:bgPr>
        <a:solidFill>
          <a:schemeClr val="accent5"/>
        </a:solidFill>
      </p:bgPr>
    </p:bg>
    <p:spTree>
      <p:nvGrpSpPr>
        <p:cNvPr id="84" name="Shape 84"/>
        <p:cNvGrpSpPr/>
        <p:nvPr/>
      </p:nvGrpSpPr>
      <p:grpSpPr>
        <a:xfrm>
          <a:off x="0" y="0"/>
          <a:ext cx="0" cy="0"/>
          <a:chOff x="0" y="0"/>
          <a:chExt cx="0" cy="0"/>
        </a:xfrm>
      </p:grpSpPr>
      <p:sp>
        <p:nvSpPr>
          <p:cNvPr id="85" name="Google Shape;85;p15"/>
          <p:cNvSpPr txBox="1"/>
          <p:nvPr>
            <p:ph hasCustomPrompt="1" type="title"/>
          </p:nvPr>
        </p:nvSpPr>
        <p:spPr>
          <a:xfrm>
            <a:off x="815488" y="2995725"/>
            <a:ext cx="608400" cy="40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1800"/>
              <a:buNone/>
              <a:defRPr b="1" sz="1800">
                <a:solidFill>
                  <a:schemeClr val="dk1"/>
                </a:solidFill>
              </a:defRPr>
            </a:lvl1pPr>
            <a:lvl2pPr lvl="1" algn="r">
              <a:spcBef>
                <a:spcPts val="0"/>
              </a:spcBef>
              <a:spcAft>
                <a:spcPts val="0"/>
              </a:spcAft>
              <a:buClr>
                <a:schemeClr val="dk1"/>
              </a:buClr>
              <a:buSzPts val="1800"/>
              <a:buNone/>
              <a:defRPr sz="1800">
                <a:solidFill>
                  <a:schemeClr val="dk1"/>
                </a:solidFill>
              </a:defRPr>
            </a:lvl2pPr>
            <a:lvl3pPr lvl="2" algn="r">
              <a:spcBef>
                <a:spcPts val="0"/>
              </a:spcBef>
              <a:spcAft>
                <a:spcPts val="0"/>
              </a:spcAft>
              <a:buClr>
                <a:schemeClr val="dk1"/>
              </a:buClr>
              <a:buSzPts val="1800"/>
              <a:buNone/>
              <a:defRPr sz="1800">
                <a:solidFill>
                  <a:schemeClr val="dk1"/>
                </a:solidFill>
              </a:defRPr>
            </a:lvl3pPr>
            <a:lvl4pPr lvl="3" algn="r">
              <a:spcBef>
                <a:spcPts val="0"/>
              </a:spcBef>
              <a:spcAft>
                <a:spcPts val="0"/>
              </a:spcAft>
              <a:buClr>
                <a:schemeClr val="dk1"/>
              </a:buClr>
              <a:buSzPts val="1800"/>
              <a:buNone/>
              <a:defRPr sz="1800">
                <a:solidFill>
                  <a:schemeClr val="dk1"/>
                </a:solidFill>
              </a:defRPr>
            </a:lvl4pPr>
            <a:lvl5pPr lvl="4" algn="r">
              <a:spcBef>
                <a:spcPts val="0"/>
              </a:spcBef>
              <a:spcAft>
                <a:spcPts val="0"/>
              </a:spcAft>
              <a:buClr>
                <a:schemeClr val="dk1"/>
              </a:buClr>
              <a:buSzPts val="1800"/>
              <a:buNone/>
              <a:defRPr sz="1800">
                <a:solidFill>
                  <a:schemeClr val="dk1"/>
                </a:solidFill>
              </a:defRPr>
            </a:lvl5pPr>
            <a:lvl6pPr lvl="5" algn="r">
              <a:spcBef>
                <a:spcPts val="0"/>
              </a:spcBef>
              <a:spcAft>
                <a:spcPts val="0"/>
              </a:spcAft>
              <a:buClr>
                <a:schemeClr val="dk1"/>
              </a:buClr>
              <a:buSzPts val="1800"/>
              <a:buNone/>
              <a:defRPr sz="1800">
                <a:solidFill>
                  <a:schemeClr val="dk1"/>
                </a:solidFill>
              </a:defRPr>
            </a:lvl6pPr>
            <a:lvl7pPr lvl="6" algn="r">
              <a:spcBef>
                <a:spcPts val="0"/>
              </a:spcBef>
              <a:spcAft>
                <a:spcPts val="0"/>
              </a:spcAft>
              <a:buClr>
                <a:schemeClr val="dk1"/>
              </a:buClr>
              <a:buSzPts val="1800"/>
              <a:buNone/>
              <a:defRPr sz="1800">
                <a:solidFill>
                  <a:schemeClr val="dk1"/>
                </a:solidFill>
              </a:defRPr>
            </a:lvl7pPr>
            <a:lvl8pPr lvl="7" algn="r">
              <a:spcBef>
                <a:spcPts val="0"/>
              </a:spcBef>
              <a:spcAft>
                <a:spcPts val="0"/>
              </a:spcAft>
              <a:buClr>
                <a:schemeClr val="dk1"/>
              </a:buClr>
              <a:buSzPts val="1800"/>
              <a:buNone/>
              <a:defRPr sz="1800">
                <a:solidFill>
                  <a:schemeClr val="dk1"/>
                </a:solidFill>
              </a:defRPr>
            </a:lvl8pPr>
            <a:lvl9pPr lvl="8" algn="r">
              <a:spcBef>
                <a:spcPts val="0"/>
              </a:spcBef>
              <a:spcAft>
                <a:spcPts val="0"/>
              </a:spcAft>
              <a:buClr>
                <a:schemeClr val="dk1"/>
              </a:buClr>
              <a:buSzPts val="1800"/>
              <a:buNone/>
              <a:defRPr sz="1800">
                <a:solidFill>
                  <a:schemeClr val="dk1"/>
                </a:solidFill>
              </a:defRPr>
            </a:lvl9pPr>
          </a:lstStyle>
          <a:p>
            <a:r>
              <a:t>xx%</a:t>
            </a:r>
          </a:p>
        </p:txBody>
      </p:sp>
      <p:sp>
        <p:nvSpPr>
          <p:cNvPr id="86" name="Google Shape;86;p15"/>
          <p:cNvSpPr txBox="1"/>
          <p:nvPr>
            <p:ph idx="2" type="title"/>
          </p:nvPr>
        </p:nvSpPr>
        <p:spPr>
          <a:xfrm>
            <a:off x="1633438" y="2931800"/>
            <a:ext cx="2933400" cy="325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87" name="Google Shape;87;p15"/>
          <p:cNvSpPr txBox="1"/>
          <p:nvPr>
            <p:ph idx="1" type="subTitle"/>
          </p:nvPr>
        </p:nvSpPr>
        <p:spPr>
          <a:xfrm>
            <a:off x="1633438" y="3207354"/>
            <a:ext cx="2933400" cy="50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88" name="Google Shape;88;p15"/>
          <p:cNvSpPr/>
          <p:nvPr/>
        </p:nvSpPr>
        <p:spPr>
          <a:xfrm rot="10800000">
            <a:off x="-19875" y="-13336"/>
            <a:ext cx="9203100" cy="2690100"/>
          </a:xfrm>
          <a:prstGeom prst="triangle">
            <a:avLst>
              <a:gd fmla="val 49898"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txBox="1"/>
          <p:nvPr>
            <p:ph hasCustomPrompt="1" idx="3" type="title"/>
          </p:nvPr>
        </p:nvSpPr>
        <p:spPr>
          <a:xfrm>
            <a:off x="815488" y="3888750"/>
            <a:ext cx="608400" cy="40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1800"/>
              <a:buNone/>
              <a:defRPr b="1" sz="1800">
                <a:solidFill>
                  <a:schemeClr val="dk1"/>
                </a:solidFill>
              </a:defRPr>
            </a:lvl1pPr>
            <a:lvl2pPr lvl="1" algn="r">
              <a:spcBef>
                <a:spcPts val="0"/>
              </a:spcBef>
              <a:spcAft>
                <a:spcPts val="0"/>
              </a:spcAft>
              <a:buClr>
                <a:schemeClr val="dk1"/>
              </a:buClr>
              <a:buSzPts val="1800"/>
              <a:buNone/>
              <a:defRPr sz="1800">
                <a:solidFill>
                  <a:schemeClr val="dk1"/>
                </a:solidFill>
              </a:defRPr>
            </a:lvl2pPr>
            <a:lvl3pPr lvl="2" algn="r">
              <a:spcBef>
                <a:spcPts val="0"/>
              </a:spcBef>
              <a:spcAft>
                <a:spcPts val="0"/>
              </a:spcAft>
              <a:buClr>
                <a:schemeClr val="dk1"/>
              </a:buClr>
              <a:buSzPts val="1800"/>
              <a:buNone/>
              <a:defRPr sz="1800">
                <a:solidFill>
                  <a:schemeClr val="dk1"/>
                </a:solidFill>
              </a:defRPr>
            </a:lvl3pPr>
            <a:lvl4pPr lvl="3" algn="r">
              <a:spcBef>
                <a:spcPts val="0"/>
              </a:spcBef>
              <a:spcAft>
                <a:spcPts val="0"/>
              </a:spcAft>
              <a:buClr>
                <a:schemeClr val="dk1"/>
              </a:buClr>
              <a:buSzPts val="1800"/>
              <a:buNone/>
              <a:defRPr sz="1800">
                <a:solidFill>
                  <a:schemeClr val="dk1"/>
                </a:solidFill>
              </a:defRPr>
            </a:lvl4pPr>
            <a:lvl5pPr lvl="4" algn="r">
              <a:spcBef>
                <a:spcPts val="0"/>
              </a:spcBef>
              <a:spcAft>
                <a:spcPts val="0"/>
              </a:spcAft>
              <a:buClr>
                <a:schemeClr val="dk1"/>
              </a:buClr>
              <a:buSzPts val="1800"/>
              <a:buNone/>
              <a:defRPr sz="1800">
                <a:solidFill>
                  <a:schemeClr val="dk1"/>
                </a:solidFill>
              </a:defRPr>
            </a:lvl5pPr>
            <a:lvl6pPr lvl="5" algn="r">
              <a:spcBef>
                <a:spcPts val="0"/>
              </a:spcBef>
              <a:spcAft>
                <a:spcPts val="0"/>
              </a:spcAft>
              <a:buClr>
                <a:schemeClr val="dk1"/>
              </a:buClr>
              <a:buSzPts val="1800"/>
              <a:buNone/>
              <a:defRPr sz="1800">
                <a:solidFill>
                  <a:schemeClr val="dk1"/>
                </a:solidFill>
              </a:defRPr>
            </a:lvl6pPr>
            <a:lvl7pPr lvl="6" algn="r">
              <a:spcBef>
                <a:spcPts val="0"/>
              </a:spcBef>
              <a:spcAft>
                <a:spcPts val="0"/>
              </a:spcAft>
              <a:buClr>
                <a:schemeClr val="dk1"/>
              </a:buClr>
              <a:buSzPts val="1800"/>
              <a:buNone/>
              <a:defRPr sz="1800">
                <a:solidFill>
                  <a:schemeClr val="dk1"/>
                </a:solidFill>
              </a:defRPr>
            </a:lvl7pPr>
            <a:lvl8pPr lvl="7" algn="r">
              <a:spcBef>
                <a:spcPts val="0"/>
              </a:spcBef>
              <a:spcAft>
                <a:spcPts val="0"/>
              </a:spcAft>
              <a:buClr>
                <a:schemeClr val="dk1"/>
              </a:buClr>
              <a:buSzPts val="1800"/>
              <a:buNone/>
              <a:defRPr sz="1800">
                <a:solidFill>
                  <a:schemeClr val="dk1"/>
                </a:solidFill>
              </a:defRPr>
            </a:lvl8pPr>
            <a:lvl9pPr lvl="8" algn="r">
              <a:spcBef>
                <a:spcPts val="0"/>
              </a:spcBef>
              <a:spcAft>
                <a:spcPts val="0"/>
              </a:spcAft>
              <a:buClr>
                <a:schemeClr val="dk1"/>
              </a:buClr>
              <a:buSzPts val="1800"/>
              <a:buNone/>
              <a:defRPr sz="1800">
                <a:solidFill>
                  <a:schemeClr val="dk1"/>
                </a:solidFill>
              </a:defRPr>
            </a:lvl9pPr>
          </a:lstStyle>
          <a:p>
            <a:r>
              <a:t>xx%</a:t>
            </a:r>
          </a:p>
        </p:txBody>
      </p:sp>
      <p:sp>
        <p:nvSpPr>
          <p:cNvPr id="90" name="Google Shape;90;p15"/>
          <p:cNvSpPr txBox="1"/>
          <p:nvPr>
            <p:ph idx="4" type="title"/>
          </p:nvPr>
        </p:nvSpPr>
        <p:spPr>
          <a:xfrm>
            <a:off x="1633438" y="3824821"/>
            <a:ext cx="2933400" cy="325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91" name="Google Shape;91;p15"/>
          <p:cNvSpPr txBox="1"/>
          <p:nvPr>
            <p:ph idx="5" type="subTitle"/>
          </p:nvPr>
        </p:nvSpPr>
        <p:spPr>
          <a:xfrm>
            <a:off x="1633438" y="4100375"/>
            <a:ext cx="2933400" cy="50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92" name="Google Shape;92;p15"/>
          <p:cNvSpPr txBox="1"/>
          <p:nvPr>
            <p:ph hasCustomPrompt="1" idx="6" type="title"/>
          </p:nvPr>
        </p:nvSpPr>
        <p:spPr>
          <a:xfrm>
            <a:off x="4543875" y="2995725"/>
            <a:ext cx="608400" cy="40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1800"/>
              <a:buNone/>
              <a:defRPr b="1" sz="1800">
                <a:solidFill>
                  <a:schemeClr val="dk1"/>
                </a:solidFill>
              </a:defRPr>
            </a:lvl1pPr>
            <a:lvl2pPr lvl="1" algn="r">
              <a:spcBef>
                <a:spcPts val="0"/>
              </a:spcBef>
              <a:spcAft>
                <a:spcPts val="0"/>
              </a:spcAft>
              <a:buClr>
                <a:schemeClr val="dk1"/>
              </a:buClr>
              <a:buSzPts val="1800"/>
              <a:buNone/>
              <a:defRPr sz="1800">
                <a:solidFill>
                  <a:schemeClr val="dk1"/>
                </a:solidFill>
              </a:defRPr>
            </a:lvl2pPr>
            <a:lvl3pPr lvl="2" algn="r">
              <a:spcBef>
                <a:spcPts val="0"/>
              </a:spcBef>
              <a:spcAft>
                <a:spcPts val="0"/>
              </a:spcAft>
              <a:buClr>
                <a:schemeClr val="dk1"/>
              </a:buClr>
              <a:buSzPts val="1800"/>
              <a:buNone/>
              <a:defRPr sz="1800">
                <a:solidFill>
                  <a:schemeClr val="dk1"/>
                </a:solidFill>
              </a:defRPr>
            </a:lvl3pPr>
            <a:lvl4pPr lvl="3" algn="r">
              <a:spcBef>
                <a:spcPts val="0"/>
              </a:spcBef>
              <a:spcAft>
                <a:spcPts val="0"/>
              </a:spcAft>
              <a:buClr>
                <a:schemeClr val="dk1"/>
              </a:buClr>
              <a:buSzPts val="1800"/>
              <a:buNone/>
              <a:defRPr sz="1800">
                <a:solidFill>
                  <a:schemeClr val="dk1"/>
                </a:solidFill>
              </a:defRPr>
            </a:lvl4pPr>
            <a:lvl5pPr lvl="4" algn="r">
              <a:spcBef>
                <a:spcPts val="0"/>
              </a:spcBef>
              <a:spcAft>
                <a:spcPts val="0"/>
              </a:spcAft>
              <a:buClr>
                <a:schemeClr val="dk1"/>
              </a:buClr>
              <a:buSzPts val="1800"/>
              <a:buNone/>
              <a:defRPr sz="1800">
                <a:solidFill>
                  <a:schemeClr val="dk1"/>
                </a:solidFill>
              </a:defRPr>
            </a:lvl5pPr>
            <a:lvl6pPr lvl="5" algn="r">
              <a:spcBef>
                <a:spcPts val="0"/>
              </a:spcBef>
              <a:spcAft>
                <a:spcPts val="0"/>
              </a:spcAft>
              <a:buClr>
                <a:schemeClr val="dk1"/>
              </a:buClr>
              <a:buSzPts val="1800"/>
              <a:buNone/>
              <a:defRPr sz="1800">
                <a:solidFill>
                  <a:schemeClr val="dk1"/>
                </a:solidFill>
              </a:defRPr>
            </a:lvl6pPr>
            <a:lvl7pPr lvl="6" algn="r">
              <a:spcBef>
                <a:spcPts val="0"/>
              </a:spcBef>
              <a:spcAft>
                <a:spcPts val="0"/>
              </a:spcAft>
              <a:buClr>
                <a:schemeClr val="dk1"/>
              </a:buClr>
              <a:buSzPts val="1800"/>
              <a:buNone/>
              <a:defRPr sz="1800">
                <a:solidFill>
                  <a:schemeClr val="dk1"/>
                </a:solidFill>
              </a:defRPr>
            </a:lvl7pPr>
            <a:lvl8pPr lvl="7" algn="r">
              <a:spcBef>
                <a:spcPts val="0"/>
              </a:spcBef>
              <a:spcAft>
                <a:spcPts val="0"/>
              </a:spcAft>
              <a:buClr>
                <a:schemeClr val="dk1"/>
              </a:buClr>
              <a:buSzPts val="1800"/>
              <a:buNone/>
              <a:defRPr sz="1800">
                <a:solidFill>
                  <a:schemeClr val="dk1"/>
                </a:solidFill>
              </a:defRPr>
            </a:lvl8pPr>
            <a:lvl9pPr lvl="8" algn="r">
              <a:spcBef>
                <a:spcPts val="0"/>
              </a:spcBef>
              <a:spcAft>
                <a:spcPts val="0"/>
              </a:spcAft>
              <a:buClr>
                <a:schemeClr val="dk1"/>
              </a:buClr>
              <a:buSzPts val="1800"/>
              <a:buNone/>
              <a:defRPr sz="1800">
                <a:solidFill>
                  <a:schemeClr val="dk1"/>
                </a:solidFill>
              </a:defRPr>
            </a:lvl9pPr>
          </a:lstStyle>
          <a:p>
            <a:r>
              <a:t>xx%</a:t>
            </a:r>
          </a:p>
        </p:txBody>
      </p:sp>
      <p:sp>
        <p:nvSpPr>
          <p:cNvPr id="93" name="Google Shape;93;p15"/>
          <p:cNvSpPr txBox="1"/>
          <p:nvPr>
            <p:ph idx="7" type="title"/>
          </p:nvPr>
        </p:nvSpPr>
        <p:spPr>
          <a:xfrm>
            <a:off x="5395160" y="2931800"/>
            <a:ext cx="2933400" cy="325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94" name="Google Shape;94;p15"/>
          <p:cNvSpPr txBox="1"/>
          <p:nvPr>
            <p:ph idx="8" type="subTitle"/>
          </p:nvPr>
        </p:nvSpPr>
        <p:spPr>
          <a:xfrm>
            <a:off x="5395160" y="3207354"/>
            <a:ext cx="2933400" cy="50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95" name="Google Shape;95;p15"/>
          <p:cNvSpPr txBox="1"/>
          <p:nvPr>
            <p:ph hasCustomPrompt="1" idx="9" type="title"/>
          </p:nvPr>
        </p:nvSpPr>
        <p:spPr>
          <a:xfrm>
            <a:off x="4543875" y="3888750"/>
            <a:ext cx="608400" cy="40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1800"/>
              <a:buNone/>
              <a:defRPr b="1" sz="1800">
                <a:solidFill>
                  <a:schemeClr val="dk1"/>
                </a:solidFill>
              </a:defRPr>
            </a:lvl1pPr>
            <a:lvl2pPr lvl="1" algn="r">
              <a:spcBef>
                <a:spcPts val="0"/>
              </a:spcBef>
              <a:spcAft>
                <a:spcPts val="0"/>
              </a:spcAft>
              <a:buClr>
                <a:schemeClr val="dk1"/>
              </a:buClr>
              <a:buSzPts val="1800"/>
              <a:buNone/>
              <a:defRPr sz="1800">
                <a:solidFill>
                  <a:schemeClr val="dk1"/>
                </a:solidFill>
              </a:defRPr>
            </a:lvl2pPr>
            <a:lvl3pPr lvl="2" algn="r">
              <a:spcBef>
                <a:spcPts val="0"/>
              </a:spcBef>
              <a:spcAft>
                <a:spcPts val="0"/>
              </a:spcAft>
              <a:buClr>
                <a:schemeClr val="dk1"/>
              </a:buClr>
              <a:buSzPts val="1800"/>
              <a:buNone/>
              <a:defRPr sz="1800">
                <a:solidFill>
                  <a:schemeClr val="dk1"/>
                </a:solidFill>
              </a:defRPr>
            </a:lvl3pPr>
            <a:lvl4pPr lvl="3" algn="r">
              <a:spcBef>
                <a:spcPts val="0"/>
              </a:spcBef>
              <a:spcAft>
                <a:spcPts val="0"/>
              </a:spcAft>
              <a:buClr>
                <a:schemeClr val="dk1"/>
              </a:buClr>
              <a:buSzPts val="1800"/>
              <a:buNone/>
              <a:defRPr sz="1800">
                <a:solidFill>
                  <a:schemeClr val="dk1"/>
                </a:solidFill>
              </a:defRPr>
            </a:lvl4pPr>
            <a:lvl5pPr lvl="4" algn="r">
              <a:spcBef>
                <a:spcPts val="0"/>
              </a:spcBef>
              <a:spcAft>
                <a:spcPts val="0"/>
              </a:spcAft>
              <a:buClr>
                <a:schemeClr val="dk1"/>
              </a:buClr>
              <a:buSzPts val="1800"/>
              <a:buNone/>
              <a:defRPr sz="1800">
                <a:solidFill>
                  <a:schemeClr val="dk1"/>
                </a:solidFill>
              </a:defRPr>
            </a:lvl5pPr>
            <a:lvl6pPr lvl="5" algn="r">
              <a:spcBef>
                <a:spcPts val="0"/>
              </a:spcBef>
              <a:spcAft>
                <a:spcPts val="0"/>
              </a:spcAft>
              <a:buClr>
                <a:schemeClr val="dk1"/>
              </a:buClr>
              <a:buSzPts val="1800"/>
              <a:buNone/>
              <a:defRPr sz="1800">
                <a:solidFill>
                  <a:schemeClr val="dk1"/>
                </a:solidFill>
              </a:defRPr>
            </a:lvl6pPr>
            <a:lvl7pPr lvl="6" algn="r">
              <a:spcBef>
                <a:spcPts val="0"/>
              </a:spcBef>
              <a:spcAft>
                <a:spcPts val="0"/>
              </a:spcAft>
              <a:buClr>
                <a:schemeClr val="dk1"/>
              </a:buClr>
              <a:buSzPts val="1800"/>
              <a:buNone/>
              <a:defRPr sz="1800">
                <a:solidFill>
                  <a:schemeClr val="dk1"/>
                </a:solidFill>
              </a:defRPr>
            </a:lvl7pPr>
            <a:lvl8pPr lvl="7" algn="r">
              <a:spcBef>
                <a:spcPts val="0"/>
              </a:spcBef>
              <a:spcAft>
                <a:spcPts val="0"/>
              </a:spcAft>
              <a:buClr>
                <a:schemeClr val="dk1"/>
              </a:buClr>
              <a:buSzPts val="1800"/>
              <a:buNone/>
              <a:defRPr sz="1800">
                <a:solidFill>
                  <a:schemeClr val="dk1"/>
                </a:solidFill>
              </a:defRPr>
            </a:lvl8pPr>
            <a:lvl9pPr lvl="8" algn="r">
              <a:spcBef>
                <a:spcPts val="0"/>
              </a:spcBef>
              <a:spcAft>
                <a:spcPts val="0"/>
              </a:spcAft>
              <a:buClr>
                <a:schemeClr val="dk1"/>
              </a:buClr>
              <a:buSzPts val="1800"/>
              <a:buNone/>
              <a:defRPr sz="1800">
                <a:solidFill>
                  <a:schemeClr val="dk1"/>
                </a:solidFill>
              </a:defRPr>
            </a:lvl9pPr>
          </a:lstStyle>
          <a:p>
            <a:r>
              <a:t>xx%</a:t>
            </a:r>
          </a:p>
        </p:txBody>
      </p:sp>
      <p:sp>
        <p:nvSpPr>
          <p:cNvPr id="96" name="Google Shape;96;p15"/>
          <p:cNvSpPr txBox="1"/>
          <p:nvPr>
            <p:ph idx="13" type="title"/>
          </p:nvPr>
        </p:nvSpPr>
        <p:spPr>
          <a:xfrm>
            <a:off x="5395160" y="3824822"/>
            <a:ext cx="2933400" cy="325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97" name="Google Shape;97;p15"/>
          <p:cNvSpPr txBox="1"/>
          <p:nvPr>
            <p:ph idx="14" type="subTitle"/>
          </p:nvPr>
        </p:nvSpPr>
        <p:spPr>
          <a:xfrm>
            <a:off x="5395160" y="4100376"/>
            <a:ext cx="2933400" cy="50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cxnSp>
        <p:nvCxnSpPr>
          <p:cNvPr id="98" name="Google Shape;98;p15"/>
          <p:cNvCxnSpPr/>
          <p:nvPr/>
        </p:nvCxnSpPr>
        <p:spPr>
          <a:xfrm rot="10800000">
            <a:off x="-2241975" y="1909725"/>
            <a:ext cx="4819800" cy="4419600"/>
          </a:xfrm>
          <a:prstGeom prst="straightConnector1">
            <a:avLst/>
          </a:prstGeom>
          <a:noFill/>
          <a:ln cap="flat" cmpd="sng" w="19050">
            <a:solidFill>
              <a:schemeClr val="dk1"/>
            </a:solidFill>
            <a:prstDash val="solid"/>
            <a:round/>
            <a:headEnd len="med" w="med" type="none"/>
            <a:tailEnd len="med" w="med" type="none"/>
          </a:ln>
        </p:spPr>
      </p:cxnSp>
      <p:cxnSp>
        <p:nvCxnSpPr>
          <p:cNvPr id="99" name="Google Shape;99;p15"/>
          <p:cNvCxnSpPr/>
          <p:nvPr/>
        </p:nvCxnSpPr>
        <p:spPr>
          <a:xfrm flipH="1" rot="10800000">
            <a:off x="6566175" y="1880250"/>
            <a:ext cx="4819800" cy="4419600"/>
          </a:xfrm>
          <a:prstGeom prst="straightConnector1">
            <a:avLst/>
          </a:prstGeom>
          <a:noFill/>
          <a:ln cap="flat" cmpd="sng" w="19050">
            <a:solidFill>
              <a:schemeClr val="dk1"/>
            </a:solidFill>
            <a:prstDash val="solid"/>
            <a:round/>
            <a:headEnd len="med" w="med" type="none"/>
            <a:tailEnd len="med" w="med" type="none"/>
          </a:ln>
        </p:spPr>
      </p:cxnSp>
      <p:sp>
        <p:nvSpPr>
          <p:cNvPr id="100" name="Google Shape;100;p15"/>
          <p:cNvSpPr txBox="1"/>
          <p:nvPr>
            <p:ph idx="15" type="title"/>
          </p:nvPr>
        </p:nvSpPr>
        <p:spPr>
          <a:xfrm>
            <a:off x="713225" y="530725"/>
            <a:ext cx="77109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lt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chemeClr val="accent1"/>
        </a:solidFill>
      </p:bgPr>
    </p:bg>
    <p:spTree>
      <p:nvGrpSpPr>
        <p:cNvPr id="101" name="Shape 101"/>
        <p:cNvGrpSpPr/>
        <p:nvPr/>
      </p:nvGrpSpPr>
      <p:grpSpPr>
        <a:xfrm>
          <a:off x="0" y="0"/>
          <a:ext cx="0" cy="0"/>
          <a:chOff x="0" y="0"/>
          <a:chExt cx="0" cy="0"/>
        </a:xfrm>
      </p:grpSpPr>
      <p:cxnSp>
        <p:nvCxnSpPr>
          <p:cNvPr id="102" name="Google Shape;102;p16"/>
          <p:cNvCxnSpPr/>
          <p:nvPr/>
        </p:nvCxnSpPr>
        <p:spPr>
          <a:xfrm>
            <a:off x="6350113" y="-1501125"/>
            <a:ext cx="3757500" cy="4183800"/>
          </a:xfrm>
          <a:prstGeom prst="straightConnector1">
            <a:avLst/>
          </a:prstGeom>
          <a:noFill/>
          <a:ln cap="flat" cmpd="sng" w="19050">
            <a:solidFill>
              <a:srgbClr val="EEEEEE"/>
            </a:solidFill>
            <a:prstDash val="solid"/>
            <a:round/>
            <a:headEnd len="med" w="med" type="none"/>
            <a:tailEnd len="med" w="med" type="none"/>
          </a:ln>
        </p:spPr>
      </p:cxnSp>
      <p:sp>
        <p:nvSpPr>
          <p:cNvPr id="103" name="Google Shape;103;p16"/>
          <p:cNvSpPr/>
          <p:nvPr/>
        </p:nvSpPr>
        <p:spPr>
          <a:xfrm>
            <a:off x="-64200" y="3825775"/>
            <a:ext cx="1296000" cy="1382400"/>
          </a:xfrm>
          <a:prstGeom prst="rtTriangle">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a:off x="5258900" y="-237925"/>
            <a:ext cx="11403900" cy="5844300"/>
          </a:xfrm>
          <a:prstGeom prst="triangle">
            <a:avLst>
              <a:gd fmla="val 50000" name="adj"/>
            </a:avLst>
          </a:prstGeom>
          <a:solidFill>
            <a:srgbClr val="DBD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rot="10800000">
            <a:off x="-5389050" y="-2161975"/>
            <a:ext cx="11403900" cy="5844300"/>
          </a:xfrm>
          <a:prstGeom prst="triangle">
            <a:avLst>
              <a:gd fmla="val 50000" name="adj"/>
            </a:avLst>
          </a:prstGeom>
          <a:solidFill>
            <a:srgbClr val="929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a:off x="5211275" y="3863525"/>
            <a:ext cx="2907300" cy="1490100"/>
          </a:xfrm>
          <a:prstGeom prst="triangle">
            <a:avLst>
              <a:gd fmla="val 50000" name="adj"/>
            </a:avLst>
          </a:prstGeom>
          <a:noFill/>
          <a:ln cap="flat" cmpd="sng" w="19050">
            <a:solidFill>
              <a:srgbClr val="9292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rot="10800000">
            <a:off x="1107975" y="-556075"/>
            <a:ext cx="2907300" cy="1490100"/>
          </a:xfrm>
          <a:prstGeom prst="triangle">
            <a:avLst>
              <a:gd fmla="val 50000" name="adj"/>
            </a:avLst>
          </a:prstGeom>
          <a:noFill/>
          <a:ln cap="flat" cmpd="sng" w="19050">
            <a:solidFill>
              <a:srgbClr val="3838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txBox="1"/>
          <p:nvPr>
            <p:ph type="title"/>
          </p:nvPr>
        </p:nvSpPr>
        <p:spPr>
          <a:xfrm>
            <a:off x="2860200" y="2098184"/>
            <a:ext cx="3423600" cy="86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None/>
              <a:defRPr b="1" sz="3400">
                <a:solidFill>
                  <a:schemeClr val="accent5"/>
                </a:solidFill>
              </a:defRPr>
            </a:lvl1pPr>
            <a:lvl2pPr lvl="1" algn="r">
              <a:spcBef>
                <a:spcPts val="0"/>
              </a:spcBef>
              <a:spcAft>
                <a:spcPts val="0"/>
              </a:spcAft>
              <a:buClr>
                <a:schemeClr val="dk1"/>
              </a:buClr>
              <a:buSzPts val="3600"/>
              <a:buNone/>
              <a:defRPr b="1" sz="3600">
                <a:solidFill>
                  <a:schemeClr val="dk1"/>
                </a:solidFill>
              </a:defRPr>
            </a:lvl2pPr>
            <a:lvl3pPr lvl="2" algn="r">
              <a:spcBef>
                <a:spcPts val="0"/>
              </a:spcBef>
              <a:spcAft>
                <a:spcPts val="0"/>
              </a:spcAft>
              <a:buClr>
                <a:schemeClr val="dk1"/>
              </a:buClr>
              <a:buSzPts val="3600"/>
              <a:buNone/>
              <a:defRPr b="1" sz="3600">
                <a:solidFill>
                  <a:schemeClr val="dk1"/>
                </a:solidFill>
              </a:defRPr>
            </a:lvl3pPr>
            <a:lvl4pPr lvl="3" algn="r">
              <a:spcBef>
                <a:spcPts val="0"/>
              </a:spcBef>
              <a:spcAft>
                <a:spcPts val="0"/>
              </a:spcAft>
              <a:buClr>
                <a:schemeClr val="dk1"/>
              </a:buClr>
              <a:buSzPts val="3600"/>
              <a:buNone/>
              <a:defRPr b="1" sz="3600">
                <a:solidFill>
                  <a:schemeClr val="dk1"/>
                </a:solidFill>
              </a:defRPr>
            </a:lvl4pPr>
            <a:lvl5pPr lvl="4" algn="r">
              <a:spcBef>
                <a:spcPts val="0"/>
              </a:spcBef>
              <a:spcAft>
                <a:spcPts val="0"/>
              </a:spcAft>
              <a:buClr>
                <a:schemeClr val="dk1"/>
              </a:buClr>
              <a:buSzPts val="3600"/>
              <a:buNone/>
              <a:defRPr b="1" sz="3600">
                <a:solidFill>
                  <a:schemeClr val="dk1"/>
                </a:solidFill>
              </a:defRPr>
            </a:lvl5pPr>
            <a:lvl6pPr lvl="5" algn="r">
              <a:spcBef>
                <a:spcPts val="0"/>
              </a:spcBef>
              <a:spcAft>
                <a:spcPts val="0"/>
              </a:spcAft>
              <a:buClr>
                <a:schemeClr val="dk1"/>
              </a:buClr>
              <a:buSzPts val="3600"/>
              <a:buNone/>
              <a:defRPr b="1" sz="3600">
                <a:solidFill>
                  <a:schemeClr val="dk1"/>
                </a:solidFill>
              </a:defRPr>
            </a:lvl6pPr>
            <a:lvl7pPr lvl="6" algn="r">
              <a:spcBef>
                <a:spcPts val="0"/>
              </a:spcBef>
              <a:spcAft>
                <a:spcPts val="0"/>
              </a:spcAft>
              <a:buClr>
                <a:schemeClr val="dk1"/>
              </a:buClr>
              <a:buSzPts val="3600"/>
              <a:buNone/>
              <a:defRPr b="1" sz="3600">
                <a:solidFill>
                  <a:schemeClr val="dk1"/>
                </a:solidFill>
              </a:defRPr>
            </a:lvl7pPr>
            <a:lvl8pPr lvl="7" algn="r">
              <a:spcBef>
                <a:spcPts val="0"/>
              </a:spcBef>
              <a:spcAft>
                <a:spcPts val="0"/>
              </a:spcAft>
              <a:buClr>
                <a:schemeClr val="dk1"/>
              </a:buClr>
              <a:buSzPts val="3600"/>
              <a:buNone/>
              <a:defRPr b="1" sz="3600">
                <a:solidFill>
                  <a:schemeClr val="dk1"/>
                </a:solidFill>
              </a:defRPr>
            </a:lvl8pPr>
            <a:lvl9pPr lvl="8" algn="r">
              <a:spcBef>
                <a:spcPts val="0"/>
              </a:spcBef>
              <a:spcAft>
                <a:spcPts val="0"/>
              </a:spcAft>
              <a:buClr>
                <a:schemeClr val="dk1"/>
              </a:buClr>
              <a:buSzPts val="3600"/>
              <a:buNone/>
              <a:defRPr b="1" sz="3600">
                <a:solidFill>
                  <a:schemeClr val="dk1"/>
                </a:solidFill>
              </a:defRPr>
            </a:lvl9pPr>
          </a:lstStyle>
          <a:p/>
        </p:txBody>
      </p:sp>
      <p:sp>
        <p:nvSpPr>
          <p:cNvPr id="109" name="Google Shape;109;p16"/>
          <p:cNvSpPr txBox="1"/>
          <p:nvPr>
            <p:ph hasCustomPrompt="1" idx="2" type="title"/>
          </p:nvPr>
        </p:nvSpPr>
        <p:spPr>
          <a:xfrm>
            <a:off x="3043350" y="1032009"/>
            <a:ext cx="3057300" cy="86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0"/>
              <a:buNone/>
              <a:defRPr b="1" sz="8000">
                <a:solidFill>
                  <a:schemeClr val="accent5"/>
                </a:solidFill>
              </a:defRPr>
            </a:lvl1pPr>
            <a:lvl2pPr lvl="1" algn="r">
              <a:spcBef>
                <a:spcPts val="0"/>
              </a:spcBef>
              <a:spcAft>
                <a:spcPts val="0"/>
              </a:spcAft>
              <a:buClr>
                <a:schemeClr val="dk1"/>
              </a:buClr>
              <a:buSzPts val="8000"/>
              <a:buNone/>
              <a:defRPr b="1" sz="8000">
                <a:solidFill>
                  <a:schemeClr val="dk1"/>
                </a:solidFill>
              </a:defRPr>
            </a:lvl2pPr>
            <a:lvl3pPr lvl="2" algn="r">
              <a:spcBef>
                <a:spcPts val="0"/>
              </a:spcBef>
              <a:spcAft>
                <a:spcPts val="0"/>
              </a:spcAft>
              <a:buClr>
                <a:schemeClr val="dk1"/>
              </a:buClr>
              <a:buSzPts val="8000"/>
              <a:buNone/>
              <a:defRPr b="1" sz="8000">
                <a:solidFill>
                  <a:schemeClr val="dk1"/>
                </a:solidFill>
              </a:defRPr>
            </a:lvl3pPr>
            <a:lvl4pPr lvl="3" algn="r">
              <a:spcBef>
                <a:spcPts val="0"/>
              </a:spcBef>
              <a:spcAft>
                <a:spcPts val="0"/>
              </a:spcAft>
              <a:buClr>
                <a:schemeClr val="dk1"/>
              </a:buClr>
              <a:buSzPts val="8000"/>
              <a:buNone/>
              <a:defRPr b="1" sz="8000">
                <a:solidFill>
                  <a:schemeClr val="dk1"/>
                </a:solidFill>
              </a:defRPr>
            </a:lvl4pPr>
            <a:lvl5pPr lvl="4" algn="r">
              <a:spcBef>
                <a:spcPts val="0"/>
              </a:spcBef>
              <a:spcAft>
                <a:spcPts val="0"/>
              </a:spcAft>
              <a:buClr>
                <a:schemeClr val="dk1"/>
              </a:buClr>
              <a:buSzPts val="8000"/>
              <a:buNone/>
              <a:defRPr b="1" sz="8000">
                <a:solidFill>
                  <a:schemeClr val="dk1"/>
                </a:solidFill>
              </a:defRPr>
            </a:lvl5pPr>
            <a:lvl6pPr lvl="5" algn="r">
              <a:spcBef>
                <a:spcPts val="0"/>
              </a:spcBef>
              <a:spcAft>
                <a:spcPts val="0"/>
              </a:spcAft>
              <a:buClr>
                <a:schemeClr val="dk1"/>
              </a:buClr>
              <a:buSzPts val="8000"/>
              <a:buNone/>
              <a:defRPr b="1" sz="8000">
                <a:solidFill>
                  <a:schemeClr val="dk1"/>
                </a:solidFill>
              </a:defRPr>
            </a:lvl6pPr>
            <a:lvl7pPr lvl="6" algn="r">
              <a:spcBef>
                <a:spcPts val="0"/>
              </a:spcBef>
              <a:spcAft>
                <a:spcPts val="0"/>
              </a:spcAft>
              <a:buClr>
                <a:schemeClr val="dk1"/>
              </a:buClr>
              <a:buSzPts val="8000"/>
              <a:buNone/>
              <a:defRPr b="1" sz="8000">
                <a:solidFill>
                  <a:schemeClr val="dk1"/>
                </a:solidFill>
              </a:defRPr>
            </a:lvl7pPr>
            <a:lvl8pPr lvl="7" algn="r">
              <a:spcBef>
                <a:spcPts val="0"/>
              </a:spcBef>
              <a:spcAft>
                <a:spcPts val="0"/>
              </a:spcAft>
              <a:buClr>
                <a:schemeClr val="dk1"/>
              </a:buClr>
              <a:buSzPts val="8000"/>
              <a:buNone/>
              <a:defRPr b="1" sz="8000">
                <a:solidFill>
                  <a:schemeClr val="dk1"/>
                </a:solidFill>
              </a:defRPr>
            </a:lvl8pPr>
            <a:lvl9pPr lvl="8" algn="r">
              <a:spcBef>
                <a:spcPts val="0"/>
              </a:spcBef>
              <a:spcAft>
                <a:spcPts val="0"/>
              </a:spcAft>
              <a:buClr>
                <a:schemeClr val="dk1"/>
              </a:buClr>
              <a:buSzPts val="8000"/>
              <a:buNone/>
              <a:defRPr b="1" sz="8000">
                <a:solidFill>
                  <a:schemeClr val="dk1"/>
                </a:solidFill>
              </a:defRPr>
            </a:lvl9pPr>
          </a:lstStyle>
          <a:p>
            <a:r>
              <a:t>xx%</a:t>
            </a:r>
          </a:p>
        </p:txBody>
      </p:sp>
      <p:sp>
        <p:nvSpPr>
          <p:cNvPr id="110" name="Google Shape;110;p16"/>
          <p:cNvSpPr txBox="1"/>
          <p:nvPr>
            <p:ph idx="1" type="subTitle"/>
          </p:nvPr>
        </p:nvSpPr>
        <p:spPr>
          <a:xfrm>
            <a:off x="3531300" y="3320300"/>
            <a:ext cx="2081400" cy="524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accent5"/>
                </a:solidFill>
                <a:latin typeface="Didact Gothic"/>
                <a:ea typeface="Didact Gothic"/>
                <a:cs typeface="Didact Gothic"/>
                <a:sym typeface="Didact Gothic"/>
              </a:defRPr>
            </a:lvl1pPr>
            <a:lvl2pPr lvl="1"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111" name="Google Shape;111;p16"/>
          <p:cNvSpPr/>
          <p:nvPr/>
        </p:nvSpPr>
        <p:spPr>
          <a:xfrm flipH="1">
            <a:off x="7919875" y="3825775"/>
            <a:ext cx="1296000" cy="1382400"/>
          </a:xfrm>
          <a:prstGeom prst="rtTriangl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5">
    <p:bg>
      <p:bgPr>
        <a:solidFill>
          <a:schemeClr val="accent5"/>
        </a:solidFill>
      </p:bgPr>
    </p:bg>
    <p:spTree>
      <p:nvGrpSpPr>
        <p:cNvPr id="112" name="Shape 112"/>
        <p:cNvGrpSpPr/>
        <p:nvPr/>
      </p:nvGrpSpPr>
      <p:grpSpPr>
        <a:xfrm>
          <a:off x="0" y="0"/>
          <a:ext cx="0" cy="0"/>
          <a:chOff x="0" y="0"/>
          <a:chExt cx="0" cy="0"/>
        </a:xfrm>
      </p:grpSpPr>
      <p:sp>
        <p:nvSpPr>
          <p:cNvPr id="113" name="Google Shape;113;p17"/>
          <p:cNvSpPr/>
          <p:nvPr/>
        </p:nvSpPr>
        <p:spPr>
          <a:xfrm>
            <a:off x="4796125" y="-217575"/>
            <a:ext cx="4347900" cy="5619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14" name="Google Shape;114;p17"/>
          <p:cNvSpPr txBox="1"/>
          <p:nvPr>
            <p:ph type="title"/>
          </p:nvPr>
        </p:nvSpPr>
        <p:spPr>
          <a:xfrm>
            <a:off x="713225" y="687700"/>
            <a:ext cx="3858900" cy="12810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dk1"/>
              </a:buClr>
              <a:buSzPts val="3000"/>
              <a:buNone/>
              <a:defRPr b="1" sz="3000">
                <a:solidFill>
                  <a:schemeClr val="dk1"/>
                </a:solidFill>
              </a:defRPr>
            </a:lvl1pPr>
            <a:lvl2pPr lvl="1">
              <a:spcBef>
                <a:spcPts val="0"/>
              </a:spcBef>
              <a:spcAft>
                <a:spcPts val="0"/>
              </a:spcAft>
              <a:buClr>
                <a:schemeClr val="dk1"/>
              </a:buClr>
              <a:buSzPts val="2000"/>
              <a:buNone/>
              <a:defRPr b="1" sz="2000">
                <a:solidFill>
                  <a:schemeClr val="dk1"/>
                </a:solidFill>
              </a:defRPr>
            </a:lvl2pPr>
            <a:lvl3pPr lvl="2">
              <a:spcBef>
                <a:spcPts val="0"/>
              </a:spcBef>
              <a:spcAft>
                <a:spcPts val="0"/>
              </a:spcAft>
              <a:buClr>
                <a:schemeClr val="dk1"/>
              </a:buClr>
              <a:buSzPts val="2000"/>
              <a:buNone/>
              <a:defRPr b="1" sz="2000">
                <a:solidFill>
                  <a:schemeClr val="dk1"/>
                </a:solidFill>
              </a:defRPr>
            </a:lvl3pPr>
            <a:lvl4pPr lvl="3">
              <a:spcBef>
                <a:spcPts val="0"/>
              </a:spcBef>
              <a:spcAft>
                <a:spcPts val="0"/>
              </a:spcAft>
              <a:buClr>
                <a:schemeClr val="dk1"/>
              </a:buClr>
              <a:buSzPts val="2000"/>
              <a:buNone/>
              <a:defRPr b="1" sz="2000">
                <a:solidFill>
                  <a:schemeClr val="dk1"/>
                </a:solidFill>
              </a:defRPr>
            </a:lvl4pPr>
            <a:lvl5pPr lvl="4">
              <a:spcBef>
                <a:spcPts val="0"/>
              </a:spcBef>
              <a:spcAft>
                <a:spcPts val="0"/>
              </a:spcAft>
              <a:buClr>
                <a:schemeClr val="dk1"/>
              </a:buClr>
              <a:buSzPts val="2000"/>
              <a:buNone/>
              <a:defRPr b="1" sz="2000">
                <a:solidFill>
                  <a:schemeClr val="dk1"/>
                </a:solidFill>
              </a:defRPr>
            </a:lvl5pPr>
            <a:lvl6pPr lvl="5">
              <a:spcBef>
                <a:spcPts val="0"/>
              </a:spcBef>
              <a:spcAft>
                <a:spcPts val="0"/>
              </a:spcAft>
              <a:buClr>
                <a:schemeClr val="dk1"/>
              </a:buClr>
              <a:buSzPts val="2000"/>
              <a:buNone/>
              <a:defRPr b="1" sz="2000">
                <a:solidFill>
                  <a:schemeClr val="dk1"/>
                </a:solidFill>
              </a:defRPr>
            </a:lvl6pPr>
            <a:lvl7pPr lvl="6">
              <a:spcBef>
                <a:spcPts val="0"/>
              </a:spcBef>
              <a:spcAft>
                <a:spcPts val="0"/>
              </a:spcAft>
              <a:buClr>
                <a:schemeClr val="dk1"/>
              </a:buClr>
              <a:buSzPts val="2000"/>
              <a:buNone/>
              <a:defRPr b="1" sz="2000">
                <a:solidFill>
                  <a:schemeClr val="dk1"/>
                </a:solidFill>
              </a:defRPr>
            </a:lvl7pPr>
            <a:lvl8pPr lvl="7">
              <a:spcBef>
                <a:spcPts val="0"/>
              </a:spcBef>
              <a:spcAft>
                <a:spcPts val="0"/>
              </a:spcAft>
              <a:buClr>
                <a:schemeClr val="dk1"/>
              </a:buClr>
              <a:buSzPts val="2000"/>
              <a:buNone/>
              <a:defRPr b="1" sz="2000">
                <a:solidFill>
                  <a:schemeClr val="dk1"/>
                </a:solidFill>
              </a:defRPr>
            </a:lvl8pPr>
            <a:lvl9pPr lvl="8">
              <a:spcBef>
                <a:spcPts val="0"/>
              </a:spcBef>
              <a:spcAft>
                <a:spcPts val="0"/>
              </a:spcAft>
              <a:buClr>
                <a:schemeClr val="dk1"/>
              </a:buClr>
              <a:buSzPts val="2000"/>
              <a:buNone/>
              <a:defRPr b="1" sz="2000">
                <a:solidFill>
                  <a:schemeClr val="dk1"/>
                </a:solidFill>
              </a:defRPr>
            </a:lvl9pPr>
          </a:lstStyle>
          <a:p/>
        </p:txBody>
      </p:sp>
      <p:sp>
        <p:nvSpPr>
          <p:cNvPr id="115" name="Google Shape;115;p17"/>
          <p:cNvSpPr txBox="1"/>
          <p:nvPr>
            <p:ph idx="1" type="subTitle"/>
          </p:nvPr>
        </p:nvSpPr>
        <p:spPr>
          <a:xfrm>
            <a:off x="713225" y="2263300"/>
            <a:ext cx="3858900" cy="229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sz="1400">
                <a:solidFill>
                  <a:schemeClr val="dk1"/>
                </a:solidFill>
                <a:latin typeface="Didact Gothic"/>
                <a:ea typeface="Didact Gothic"/>
                <a:cs typeface="Didact Gothic"/>
                <a:sym typeface="Didact Gothic"/>
              </a:defRPr>
            </a:lvl1pPr>
            <a:lvl2pPr lvl="1">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116" name="Google Shape;116;p17"/>
          <p:cNvSpPr/>
          <p:nvPr/>
        </p:nvSpPr>
        <p:spPr>
          <a:xfrm>
            <a:off x="842850" y="154450"/>
            <a:ext cx="459300" cy="492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7"/>
          <p:cNvSpPr/>
          <p:nvPr>
            <p:ph idx="2" type="pic"/>
          </p:nvPr>
        </p:nvSpPr>
        <p:spPr>
          <a:xfrm>
            <a:off x="5634400" y="747975"/>
            <a:ext cx="2619900" cy="36432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25_1">
    <p:bg>
      <p:bgPr>
        <a:solidFill>
          <a:schemeClr val="accent5"/>
        </a:solidFill>
      </p:bgPr>
    </p:bg>
    <p:spTree>
      <p:nvGrpSpPr>
        <p:cNvPr id="118" name="Shape 118"/>
        <p:cNvGrpSpPr/>
        <p:nvPr/>
      </p:nvGrpSpPr>
      <p:grpSpPr>
        <a:xfrm>
          <a:off x="0" y="0"/>
          <a:ext cx="0" cy="0"/>
          <a:chOff x="0" y="0"/>
          <a:chExt cx="0" cy="0"/>
        </a:xfrm>
      </p:grpSpPr>
      <p:sp>
        <p:nvSpPr>
          <p:cNvPr id="119" name="Google Shape;119;p18"/>
          <p:cNvSpPr/>
          <p:nvPr/>
        </p:nvSpPr>
        <p:spPr>
          <a:xfrm>
            <a:off x="0" y="0"/>
            <a:ext cx="43479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20" name="Google Shape;120;p18"/>
          <p:cNvSpPr txBox="1"/>
          <p:nvPr>
            <p:ph type="title"/>
          </p:nvPr>
        </p:nvSpPr>
        <p:spPr>
          <a:xfrm>
            <a:off x="5024185" y="1440200"/>
            <a:ext cx="3400800" cy="528600"/>
          </a:xfrm>
          <a:prstGeom prst="rect">
            <a:avLst/>
          </a:prstGeom>
        </p:spPr>
        <p:txBody>
          <a:bodyPr anchorCtr="0" anchor="t" bIns="91425" lIns="91425" spcFirstLastPara="1" rIns="91425" wrap="square" tIns="91425">
            <a:noAutofit/>
          </a:bodyPr>
          <a:lstStyle>
            <a:lvl1pPr lvl="0" algn="r">
              <a:lnSpc>
                <a:spcPct val="115000"/>
              </a:lnSpc>
              <a:spcBef>
                <a:spcPts val="0"/>
              </a:spcBef>
              <a:spcAft>
                <a:spcPts val="0"/>
              </a:spcAft>
              <a:buClr>
                <a:schemeClr val="dk1"/>
              </a:buClr>
              <a:buSzPts val="3000"/>
              <a:buNone/>
              <a:defRPr b="1" sz="3000">
                <a:solidFill>
                  <a:schemeClr val="dk1"/>
                </a:solidFill>
              </a:defRPr>
            </a:lvl1pPr>
            <a:lvl2pPr lvl="1">
              <a:spcBef>
                <a:spcPts val="0"/>
              </a:spcBef>
              <a:spcAft>
                <a:spcPts val="0"/>
              </a:spcAft>
              <a:buClr>
                <a:schemeClr val="dk1"/>
              </a:buClr>
              <a:buSzPts val="2000"/>
              <a:buNone/>
              <a:defRPr b="1" sz="2000">
                <a:solidFill>
                  <a:schemeClr val="dk1"/>
                </a:solidFill>
              </a:defRPr>
            </a:lvl2pPr>
            <a:lvl3pPr lvl="2">
              <a:spcBef>
                <a:spcPts val="0"/>
              </a:spcBef>
              <a:spcAft>
                <a:spcPts val="0"/>
              </a:spcAft>
              <a:buClr>
                <a:schemeClr val="dk1"/>
              </a:buClr>
              <a:buSzPts val="2000"/>
              <a:buNone/>
              <a:defRPr b="1" sz="2000">
                <a:solidFill>
                  <a:schemeClr val="dk1"/>
                </a:solidFill>
              </a:defRPr>
            </a:lvl3pPr>
            <a:lvl4pPr lvl="3">
              <a:spcBef>
                <a:spcPts val="0"/>
              </a:spcBef>
              <a:spcAft>
                <a:spcPts val="0"/>
              </a:spcAft>
              <a:buClr>
                <a:schemeClr val="dk1"/>
              </a:buClr>
              <a:buSzPts val="2000"/>
              <a:buNone/>
              <a:defRPr b="1" sz="2000">
                <a:solidFill>
                  <a:schemeClr val="dk1"/>
                </a:solidFill>
              </a:defRPr>
            </a:lvl4pPr>
            <a:lvl5pPr lvl="4">
              <a:spcBef>
                <a:spcPts val="0"/>
              </a:spcBef>
              <a:spcAft>
                <a:spcPts val="0"/>
              </a:spcAft>
              <a:buClr>
                <a:schemeClr val="dk1"/>
              </a:buClr>
              <a:buSzPts val="2000"/>
              <a:buNone/>
              <a:defRPr b="1" sz="2000">
                <a:solidFill>
                  <a:schemeClr val="dk1"/>
                </a:solidFill>
              </a:defRPr>
            </a:lvl5pPr>
            <a:lvl6pPr lvl="5">
              <a:spcBef>
                <a:spcPts val="0"/>
              </a:spcBef>
              <a:spcAft>
                <a:spcPts val="0"/>
              </a:spcAft>
              <a:buClr>
                <a:schemeClr val="dk1"/>
              </a:buClr>
              <a:buSzPts val="2000"/>
              <a:buNone/>
              <a:defRPr b="1" sz="2000">
                <a:solidFill>
                  <a:schemeClr val="dk1"/>
                </a:solidFill>
              </a:defRPr>
            </a:lvl6pPr>
            <a:lvl7pPr lvl="6">
              <a:spcBef>
                <a:spcPts val="0"/>
              </a:spcBef>
              <a:spcAft>
                <a:spcPts val="0"/>
              </a:spcAft>
              <a:buClr>
                <a:schemeClr val="dk1"/>
              </a:buClr>
              <a:buSzPts val="2000"/>
              <a:buNone/>
              <a:defRPr b="1" sz="2000">
                <a:solidFill>
                  <a:schemeClr val="dk1"/>
                </a:solidFill>
              </a:defRPr>
            </a:lvl7pPr>
            <a:lvl8pPr lvl="7">
              <a:spcBef>
                <a:spcPts val="0"/>
              </a:spcBef>
              <a:spcAft>
                <a:spcPts val="0"/>
              </a:spcAft>
              <a:buClr>
                <a:schemeClr val="dk1"/>
              </a:buClr>
              <a:buSzPts val="2000"/>
              <a:buNone/>
              <a:defRPr b="1" sz="2000">
                <a:solidFill>
                  <a:schemeClr val="dk1"/>
                </a:solidFill>
              </a:defRPr>
            </a:lvl8pPr>
            <a:lvl9pPr lvl="8">
              <a:spcBef>
                <a:spcPts val="0"/>
              </a:spcBef>
              <a:spcAft>
                <a:spcPts val="0"/>
              </a:spcAft>
              <a:buClr>
                <a:schemeClr val="dk1"/>
              </a:buClr>
              <a:buSzPts val="2000"/>
              <a:buNone/>
              <a:defRPr b="1" sz="2000">
                <a:solidFill>
                  <a:schemeClr val="dk1"/>
                </a:solidFill>
              </a:defRPr>
            </a:lvl9pPr>
          </a:lstStyle>
          <a:p/>
        </p:txBody>
      </p:sp>
      <p:sp>
        <p:nvSpPr>
          <p:cNvPr id="121" name="Google Shape;121;p18"/>
          <p:cNvSpPr txBox="1"/>
          <p:nvPr>
            <p:ph idx="1" type="subTitle"/>
          </p:nvPr>
        </p:nvSpPr>
        <p:spPr>
          <a:xfrm>
            <a:off x="5024185" y="2263300"/>
            <a:ext cx="3400800" cy="1317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Clr>
                <a:schemeClr val="dk1"/>
              </a:buClr>
              <a:buSzPts val="1400"/>
              <a:buFont typeface="Didact Gothic"/>
              <a:buNone/>
              <a:defRPr sz="1400">
                <a:solidFill>
                  <a:schemeClr val="dk1"/>
                </a:solidFill>
                <a:latin typeface="Didact Gothic"/>
                <a:ea typeface="Didact Gothic"/>
                <a:cs typeface="Didact Gothic"/>
                <a:sym typeface="Didact Gothic"/>
              </a:defRPr>
            </a:lvl1pPr>
            <a:lvl2pPr lvl="1">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1">
    <p:bg>
      <p:bgPr>
        <a:solidFill>
          <a:schemeClr val="accent5"/>
        </a:solidFill>
      </p:bgPr>
    </p:bg>
    <p:spTree>
      <p:nvGrpSpPr>
        <p:cNvPr id="122" name="Shape 122"/>
        <p:cNvGrpSpPr/>
        <p:nvPr/>
      </p:nvGrpSpPr>
      <p:grpSpPr>
        <a:xfrm>
          <a:off x="0" y="0"/>
          <a:ext cx="0" cy="0"/>
          <a:chOff x="0" y="0"/>
          <a:chExt cx="0" cy="0"/>
        </a:xfrm>
      </p:grpSpPr>
      <p:sp>
        <p:nvSpPr>
          <p:cNvPr id="123" name="Google Shape;123;p19"/>
          <p:cNvSpPr/>
          <p:nvPr/>
        </p:nvSpPr>
        <p:spPr>
          <a:xfrm>
            <a:off x="431100" y="695250"/>
            <a:ext cx="8281800" cy="4121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9"/>
          <p:cNvSpPr/>
          <p:nvPr/>
        </p:nvSpPr>
        <p:spPr>
          <a:xfrm rot="10800000">
            <a:off x="3133650" y="-22775"/>
            <a:ext cx="2876700" cy="1295700"/>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9"/>
          <p:cNvSpPr txBox="1"/>
          <p:nvPr>
            <p:ph idx="1" type="body"/>
          </p:nvPr>
        </p:nvSpPr>
        <p:spPr>
          <a:xfrm>
            <a:off x="948725" y="2351950"/>
            <a:ext cx="7246500" cy="2032200"/>
          </a:xfrm>
          <a:prstGeom prst="rect">
            <a:avLst/>
          </a:prstGeom>
        </p:spPr>
        <p:txBody>
          <a:bodyPr anchorCtr="0" anchor="t" bIns="91425" lIns="91425" spcFirstLastPara="1" rIns="91425" wrap="square" tIns="91425">
            <a:noAutofit/>
          </a:bodyPr>
          <a:lstStyle>
            <a:lvl1pPr indent="-323850" lvl="0" marL="457200">
              <a:lnSpc>
                <a:spcPct val="100000"/>
              </a:lnSpc>
              <a:spcBef>
                <a:spcPts val="0"/>
              </a:spcBef>
              <a:spcAft>
                <a:spcPts val="0"/>
              </a:spcAft>
              <a:buClr>
                <a:srgbClr val="000000"/>
              </a:buClr>
              <a:buSzPts val="1500"/>
              <a:buFont typeface="Montserrat"/>
              <a:buChar char="●"/>
              <a:defRPr>
                <a:solidFill>
                  <a:schemeClr val="dk1"/>
                </a:solidFill>
                <a:latin typeface="Didact Gothic"/>
                <a:ea typeface="Didact Gothic"/>
                <a:cs typeface="Didact Gothic"/>
                <a:sym typeface="Didact Gothic"/>
              </a:defRPr>
            </a:lvl1pPr>
            <a:lvl2pPr indent="-298450" lvl="1" marL="914400" algn="just">
              <a:spcBef>
                <a:spcPts val="0"/>
              </a:spcBef>
              <a:spcAft>
                <a:spcPts val="0"/>
              </a:spcAft>
              <a:buClr>
                <a:srgbClr val="000000"/>
              </a:buClr>
              <a:buSzPts val="1100"/>
              <a:buFont typeface="Montserrat"/>
              <a:buChar char="○"/>
              <a:defRPr>
                <a:solidFill>
                  <a:schemeClr val="dk1"/>
                </a:solidFill>
                <a:latin typeface="Didact Gothic"/>
                <a:ea typeface="Didact Gothic"/>
                <a:cs typeface="Didact Gothic"/>
                <a:sym typeface="Didact Gothic"/>
              </a:defRPr>
            </a:lvl2pPr>
            <a:lvl3pPr indent="-298450" lvl="2" marL="1371600" algn="just">
              <a:spcBef>
                <a:spcPts val="0"/>
              </a:spcBef>
              <a:spcAft>
                <a:spcPts val="0"/>
              </a:spcAft>
              <a:buClr>
                <a:srgbClr val="000000"/>
              </a:buClr>
              <a:buSzPts val="1100"/>
              <a:buFont typeface="Montserrat"/>
              <a:buChar char="■"/>
              <a:defRPr>
                <a:solidFill>
                  <a:schemeClr val="dk1"/>
                </a:solidFill>
                <a:latin typeface="Didact Gothic"/>
                <a:ea typeface="Didact Gothic"/>
                <a:cs typeface="Didact Gothic"/>
                <a:sym typeface="Didact Gothic"/>
              </a:defRPr>
            </a:lvl3pPr>
            <a:lvl4pPr indent="-298450" lvl="3" marL="1828800" algn="just">
              <a:spcBef>
                <a:spcPts val="0"/>
              </a:spcBef>
              <a:spcAft>
                <a:spcPts val="0"/>
              </a:spcAft>
              <a:buClr>
                <a:srgbClr val="000000"/>
              </a:buClr>
              <a:buSzPts val="1100"/>
              <a:buFont typeface="Montserrat"/>
              <a:buChar char="●"/>
              <a:defRPr>
                <a:solidFill>
                  <a:schemeClr val="dk1"/>
                </a:solidFill>
                <a:latin typeface="Didact Gothic"/>
                <a:ea typeface="Didact Gothic"/>
                <a:cs typeface="Didact Gothic"/>
                <a:sym typeface="Didact Gothic"/>
              </a:defRPr>
            </a:lvl4pPr>
            <a:lvl5pPr indent="-298450" lvl="4" marL="2286000" algn="just">
              <a:spcBef>
                <a:spcPts val="0"/>
              </a:spcBef>
              <a:spcAft>
                <a:spcPts val="0"/>
              </a:spcAft>
              <a:buClr>
                <a:srgbClr val="000000"/>
              </a:buClr>
              <a:buSzPts val="1100"/>
              <a:buFont typeface="Montserrat"/>
              <a:buChar char="○"/>
              <a:defRPr>
                <a:solidFill>
                  <a:schemeClr val="dk1"/>
                </a:solidFill>
                <a:latin typeface="Didact Gothic"/>
                <a:ea typeface="Didact Gothic"/>
                <a:cs typeface="Didact Gothic"/>
                <a:sym typeface="Didact Gothic"/>
              </a:defRPr>
            </a:lvl5pPr>
            <a:lvl6pPr indent="-298450" lvl="5" marL="2743200" algn="just">
              <a:spcBef>
                <a:spcPts val="0"/>
              </a:spcBef>
              <a:spcAft>
                <a:spcPts val="0"/>
              </a:spcAft>
              <a:buClr>
                <a:srgbClr val="000000"/>
              </a:buClr>
              <a:buSzPts val="1100"/>
              <a:buFont typeface="Montserrat"/>
              <a:buChar char="■"/>
              <a:defRPr>
                <a:solidFill>
                  <a:schemeClr val="dk1"/>
                </a:solidFill>
                <a:latin typeface="Didact Gothic"/>
                <a:ea typeface="Didact Gothic"/>
                <a:cs typeface="Didact Gothic"/>
                <a:sym typeface="Didact Gothic"/>
              </a:defRPr>
            </a:lvl6pPr>
            <a:lvl7pPr indent="-298450" lvl="6" marL="3200400" algn="just">
              <a:spcBef>
                <a:spcPts val="0"/>
              </a:spcBef>
              <a:spcAft>
                <a:spcPts val="0"/>
              </a:spcAft>
              <a:buClr>
                <a:srgbClr val="000000"/>
              </a:buClr>
              <a:buSzPts val="1100"/>
              <a:buFont typeface="Montserrat"/>
              <a:buChar char="●"/>
              <a:defRPr>
                <a:solidFill>
                  <a:schemeClr val="dk1"/>
                </a:solidFill>
                <a:latin typeface="Didact Gothic"/>
                <a:ea typeface="Didact Gothic"/>
                <a:cs typeface="Didact Gothic"/>
                <a:sym typeface="Didact Gothic"/>
              </a:defRPr>
            </a:lvl7pPr>
            <a:lvl8pPr indent="-298450" lvl="7" marL="3657600" algn="just">
              <a:spcBef>
                <a:spcPts val="0"/>
              </a:spcBef>
              <a:spcAft>
                <a:spcPts val="0"/>
              </a:spcAft>
              <a:buClr>
                <a:srgbClr val="000000"/>
              </a:buClr>
              <a:buSzPts val="1100"/>
              <a:buFont typeface="Montserrat"/>
              <a:buChar char="○"/>
              <a:defRPr>
                <a:solidFill>
                  <a:schemeClr val="dk1"/>
                </a:solidFill>
                <a:latin typeface="Didact Gothic"/>
                <a:ea typeface="Didact Gothic"/>
                <a:cs typeface="Didact Gothic"/>
                <a:sym typeface="Didact Gothic"/>
              </a:defRPr>
            </a:lvl8pPr>
            <a:lvl9pPr indent="-298450" lvl="8" marL="4114800" algn="just">
              <a:spcBef>
                <a:spcPts val="0"/>
              </a:spcBef>
              <a:spcAft>
                <a:spcPts val="0"/>
              </a:spcAft>
              <a:buClr>
                <a:srgbClr val="000000"/>
              </a:buClr>
              <a:buSzPts val="1100"/>
              <a:buFont typeface="Montserrat"/>
              <a:buChar char="■"/>
              <a:defRPr>
                <a:solidFill>
                  <a:schemeClr val="dk1"/>
                </a:solidFill>
                <a:latin typeface="Didact Gothic"/>
                <a:ea typeface="Didact Gothic"/>
                <a:cs typeface="Didact Gothic"/>
                <a:sym typeface="Didact Gothic"/>
              </a:defRPr>
            </a:lvl9pPr>
          </a:lstStyle>
          <a:p/>
        </p:txBody>
      </p:sp>
      <p:sp>
        <p:nvSpPr>
          <p:cNvPr id="126" name="Google Shape;126;p19"/>
          <p:cNvSpPr txBox="1"/>
          <p:nvPr>
            <p:ph type="title"/>
          </p:nvPr>
        </p:nvSpPr>
        <p:spPr>
          <a:xfrm>
            <a:off x="948725" y="1327900"/>
            <a:ext cx="7246500" cy="830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pic>
        <p:nvPicPr>
          <p:cNvPr id="127" name="Google Shape;127;p19"/>
          <p:cNvPicPr preferRelativeResize="0"/>
          <p:nvPr/>
        </p:nvPicPr>
        <p:blipFill>
          <a:blip r:embed="rId2">
            <a:alphaModFix/>
          </a:blip>
          <a:stretch>
            <a:fillRect/>
          </a:stretch>
        </p:blipFill>
        <p:spPr>
          <a:xfrm>
            <a:off x="436775" y="1120975"/>
            <a:ext cx="6939826" cy="368942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5">
    <p:bg>
      <p:bgPr>
        <a:solidFill>
          <a:schemeClr val="accent5"/>
        </a:solidFill>
      </p:bgPr>
    </p:bg>
    <p:spTree>
      <p:nvGrpSpPr>
        <p:cNvPr id="128" name="Shape 128"/>
        <p:cNvGrpSpPr/>
        <p:nvPr/>
      </p:nvGrpSpPr>
      <p:grpSpPr>
        <a:xfrm>
          <a:off x="0" y="0"/>
          <a:ext cx="0" cy="0"/>
          <a:chOff x="0" y="0"/>
          <a:chExt cx="0" cy="0"/>
        </a:xfrm>
      </p:grpSpPr>
      <p:sp>
        <p:nvSpPr>
          <p:cNvPr id="129" name="Google Shape;129;p20"/>
          <p:cNvSpPr txBox="1"/>
          <p:nvPr>
            <p:ph type="title"/>
          </p:nvPr>
        </p:nvSpPr>
        <p:spPr>
          <a:xfrm>
            <a:off x="862450" y="3418086"/>
            <a:ext cx="1763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130" name="Google Shape;130;p20"/>
          <p:cNvSpPr txBox="1"/>
          <p:nvPr>
            <p:ph idx="1" type="subTitle"/>
          </p:nvPr>
        </p:nvSpPr>
        <p:spPr>
          <a:xfrm>
            <a:off x="424450" y="3659411"/>
            <a:ext cx="2639700" cy="797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131" name="Google Shape;131;p20"/>
          <p:cNvSpPr txBox="1"/>
          <p:nvPr>
            <p:ph idx="2" type="title"/>
          </p:nvPr>
        </p:nvSpPr>
        <p:spPr>
          <a:xfrm>
            <a:off x="6525755" y="3418086"/>
            <a:ext cx="1763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132" name="Google Shape;132;p20"/>
          <p:cNvSpPr txBox="1"/>
          <p:nvPr>
            <p:ph idx="3" type="subTitle"/>
          </p:nvPr>
        </p:nvSpPr>
        <p:spPr>
          <a:xfrm>
            <a:off x="6087751" y="3659411"/>
            <a:ext cx="2639700" cy="797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133" name="Google Shape;133;p20"/>
          <p:cNvSpPr txBox="1"/>
          <p:nvPr>
            <p:ph idx="4" type="title"/>
          </p:nvPr>
        </p:nvSpPr>
        <p:spPr>
          <a:xfrm>
            <a:off x="3690150" y="3418086"/>
            <a:ext cx="1763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134" name="Google Shape;134;p20"/>
          <p:cNvSpPr txBox="1"/>
          <p:nvPr>
            <p:ph idx="5" type="subTitle"/>
          </p:nvPr>
        </p:nvSpPr>
        <p:spPr>
          <a:xfrm>
            <a:off x="3252148" y="3659411"/>
            <a:ext cx="2639700" cy="797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135" name="Google Shape;135;p20"/>
          <p:cNvSpPr txBox="1"/>
          <p:nvPr>
            <p:ph idx="6" type="title"/>
          </p:nvPr>
        </p:nvSpPr>
        <p:spPr>
          <a:xfrm>
            <a:off x="1687950" y="530725"/>
            <a:ext cx="57681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26_1">
    <p:bg>
      <p:bgPr>
        <a:solidFill>
          <a:schemeClr val="dk1"/>
        </a:solidFill>
      </p:bgPr>
    </p:bg>
    <p:spTree>
      <p:nvGrpSpPr>
        <p:cNvPr id="136" name="Shape 136"/>
        <p:cNvGrpSpPr/>
        <p:nvPr/>
      </p:nvGrpSpPr>
      <p:grpSpPr>
        <a:xfrm>
          <a:off x="0" y="0"/>
          <a:ext cx="0" cy="0"/>
          <a:chOff x="0" y="0"/>
          <a:chExt cx="0" cy="0"/>
        </a:xfrm>
      </p:grpSpPr>
      <p:sp>
        <p:nvSpPr>
          <p:cNvPr id="137" name="Google Shape;137;p21"/>
          <p:cNvSpPr/>
          <p:nvPr/>
        </p:nvSpPr>
        <p:spPr>
          <a:xfrm>
            <a:off x="2419275" y="712798"/>
            <a:ext cx="8680800" cy="4506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1"/>
          <p:cNvSpPr/>
          <p:nvPr/>
        </p:nvSpPr>
        <p:spPr>
          <a:xfrm rot="10800000">
            <a:off x="-1956075" y="-76202"/>
            <a:ext cx="8680800" cy="4506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1"/>
          <p:cNvSpPr txBox="1"/>
          <p:nvPr>
            <p:ph idx="1" type="subTitle"/>
          </p:nvPr>
        </p:nvSpPr>
        <p:spPr>
          <a:xfrm>
            <a:off x="837600" y="1363909"/>
            <a:ext cx="3100800" cy="99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p:txBody>
      </p:sp>
      <p:sp>
        <p:nvSpPr>
          <p:cNvPr id="140" name="Google Shape;140;p21"/>
          <p:cNvSpPr txBox="1"/>
          <p:nvPr>
            <p:ph idx="2" type="subTitle"/>
          </p:nvPr>
        </p:nvSpPr>
        <p:spPr>
          <a:xfrm>
            <a:off x="5204373" y="3528545"/>
            <a:ext cx="3100800" cy="99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p:txBody>
      </p:sp>
      <p:cxnSp>
        <p:nvCxnSpPr>
          <p:cNvPr id="141" name="Google Shape;141;p21"/>
          <p:cNvCxnSpPr/>
          <p:nvPr/>
        </p:nvCxnSpPr>
        <p:spPr>
          <a:xfrm>
            <a:off x="-1375750" y="2424873"/>
            <a:ext cx="3079500" cy="3177300"/>
          </a:xfrm>
          <a:prstGeom prst="straightConnector1">
            <a:avLst/>
          </a:prstGeom>
          <a:noFill/>
          <a:ln cap="flat" cmpd="sng" w="19050">
            <a:solidFill>
              <a:schemeClr val="lt1"/>
            </a:solidFill>
            <a:prstDash val="solid"/>
            <a:round/>
            <a:headEnd len="med" w="med" type="none"/>
            <a:tailEnd len="med" w="med" type="none"/>
          </a:ln>
        </p:spPr>
      </p:cxnSp>
      <p:cxnSp>
        <p:nvCxnSpPr>
          <p:cNvPr id="142" name="Google Shape;142;p21"/>
          <p:cNvCxnSpPr/>
          <p:nvPr/>
        </p:nvCxnSpPr>
        <p:spPr>
          <a:xfrm>
            <a:off x="7838750" y="-62702"/>
            <a:ext cx="3079500" cy="3177300"/>
          </a:xfrm>
          <a:prstGeom prst="straightConnector1">
            <a:avLst/>
          </a:prstGeom>
          <a:noFill/>
          <a:ln cap="flat" cmpd="sng" w="19050">
            <a:solidFill>
              <a:schemeClr val="lt1"/>
            </a:solidFill>
            <a:prstDash val="solid"/>
            <a:round/>
            <a:headEnd len="med" w="med" type="none"/>
            <a:tailEnd len="med" w="med" type="none"/>
          </a:ln>
        </p:spPr>
      </p:cxnSp>
      <p:sp>
        <p:nvSpPr>
          <p:cNvPr id="143" name="Google Shape;143;p21"/>
          <p:cNvSpPr txBox="1"/>
          <p:nvPr>
            <p:ph type="title"/>
          </p:nvPr>
        </p:nvSpPr>
        <p:spPr>
          <a:xfrm>
            <a:off x="5204373" y="2704650"/>
            <a:ext cx="31008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
        <p:nvSpPr>
          <p:cNvPr id="144" name="Google Shape;144;p21"/>
          <p:cNvSpPr txBox="1"/>
          <p:nvPr>
            <p:ph idx="3" type="title"/>
          </p:nvPr>
        </p:nvSpPr>
        <p:spPr>
          <a:xfrm>
            <a:off x="837600" y="530725"/>
            <a:ext cx="31008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30_1">
    <p:bg>
      <p:bgPr>
        <a:solidFill>
          <a:schemeClr val="accent6"/>
        </a:solidFill>
      </p:bgPr>
    </p:bg>
    <p:spTree>
      <p:nvGrpSpPr>
        <p:cNvPr id="145" name="Shape 145"/>
        <p:cNvGrpSpPr/>
        <p:nvPr/>
      </p:nvGrpSpPr>
      <p:grpSpPr>
        <a:xfrm>
          <a:off x="0" y="0"/>
          <a:ext cx="0" cy="0"/>
          <a:chOff x="0" y="0"/>
          <a:chExt cx="0" cy="0"/>
        </a:xfrm>
      </p:grpSpPr>
      <p:sp>
        <p:nvSpPr>
          <p:cNvPr id="146" name="Google Shape;146;p22"/>
          <p:cNvSpPr/>
          <p:nvPr/>
        </p:nvSpPr>
        <p:spPr>
          <a:xfrm rot="5400000">
            <a:off x="-3440300" y="-797850"/>
            <a:ext cx="13257600" cy="67392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2"/>
          <p:cNvSpPr/>
          <p:nvPr/>
        </p:nvSpPr>
        <p:spPr>
          <a:xfrm rot="-5400000">
            <a:off x="4398975" y="-370300"/>
            <a:ext cx="5766000" cy="55911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2"/>
          <p:cNvSpPr txBox="1"/>
          <p:nvPr>
            <p:ph type="ctrTitle"/>
          </p:nvPr>
        </p:nvSpPr>
        <p:spPr>
          <a:xfrm>
            <a:off x="713225" y="730700"/>
            <a:ext cx="3706800" cy="15273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8000"/>
              <a:buNone/>
              <a:defRPr b="1" sz="3000">
                <a:solidFill>
                  <a:schemeClr val="lt1"/>
                </a:solidFill>
              </a:defRPr>
            </a:lvl1pPr>
            <a:lvl2pPr lvl="1" algn="ctr">
              <a:spcBef>
                <a:spcPts val="0"/>
              </a:spcBef>
              <a:spcAft>
                <a:spcPts val="0"/>
              </a:spcAft>
              <a:buClr>
                <a:schemeClr val="lt1"/>
              </a:buClr>
              <a:buSzPts val="8000"/>
              <a:buNone/>
              <a:defRPr b="1" sz="8000">
                <a:solidFill>
                  <a:schemeClr val="lt1"/>
                </a:solidFill>
              </a:defRPr>
            </a:lvl2pPr>
            <a:lvl3pPr lvl="2" algn="ctr">
              <a:spcBef>
                <a:spcPts val="0"/>
              </a:spcBef>
              <a:spcAft>
                <a:spcPts val="0"/>
              </a:spcAft>
              <a:buClr>
                <a:schemeClr val="lt1"/>
              </a:buClr>
              <a:buSzPts val="8000"/>
              <a:buNone/>
              <a:defRPr b="1" sz="8000">
                <a:solidFill>
                  <a:schemeClr val="lt1"/>
                </a:solidFill>
              </a:defRPr>
            </a:lvl3pPr>
            <a:lvl4pPr lvl="3" algn="ctr">
              <a:spcBef>
                <a:spcPts val="0"/>
              </a:spcBef>
              <a:spcAft>
                <a:spcPts val="0"/>
              </a:spcAft>
              <a:buClr>
                <a:schemeClr val="lt1"/>
              </a:buClr>
              <a:buSzPts val="8000"/>
              <a:buNone/>
              <a:defRPr b="1" sz="8000">
                <a:solidFill>
                  <a:schemeClr val="lt1"/>
                </a:solidFill>
              </a:defRPr>
            </a:lvl4pPr>
            <a:lvl5pPr lvl="4" algn="ctr">
              <a:spcBef>
                <a:spcPts val="0"/>
              </a:spcBef>
              <a:spcAft>
                <a:spcPts val="0"/>
              </a:spcAft>
              <a:buClr>
                <a:schemeClr val="lt1"/>
              </a:buClr>
              <a:buSzPts val="8000"/>
              <a:buNone/>
              <a:defRPr b="1" sz="8000">
                <a:solidFill>
                  <a:schemeClr val="lt1"/>
                </a:solidFill>
              </a:defRPr>
            </a:lvl5pPr>
            <a:lvl6pPr lvl="5" algn="ctr">
              <a:spcBef>
                <a:spcPts val="0"/>
              </a:spcBef>
              <a:spcAft>
                <a:spcPts val="0"/>
              </a:spcAft>
              <a:buClr>
                <a:schemeClr val="lt1"/>
              </a:buClr>
              <a:buSzPts val="8000"/>
              <a:buNone/>
              <a:defRPr b="1" sz="8000">
                <a:solidFill>
                  <a:schemeClr val="lt1"/>
                </a:solidFill>
              </a:defRPr>
            </a:lvl6pPr>
            <a:lvl7pPr lvl="6" algn="ctr">
              <a:spcBef>
                <a:spcPts val="0"/>
              </a:spcBef>
              <a:spcAft>
                <a:spcPts val="0"/>
              </a:spcAft>
              <a:buClr>
                <a:schemeClr val="lt1"/>
              </a:buClr>
              <a:buSzPts val="8000"/>
              <a:buNone/>
              <a:defRPr b="1" sz="8000">
                <a:solidFill>
                  <a:schemeClr val="lt1"/>
                </a:solidFill>
              </a:defRPr>
            </a:lvl7pPr>
            <a:lvl8pPr lvl="7" algn="ctr">
              <a:spcBef>
                <a:spcPts val="0"/>
              </a:spcBef>
              <a:spcAft>
                <a:spcPts val="0"/>
              </a:spcAft>
              <a:buClr>
                <a:schemeClr val="lt1"/>
              </a:buClr>
              <a:buSzPts val="8000"/>
              <a:buNone/>
              <a:defRPr b="1" sz="8000">
                <a:solidFill>
                  <a:schemeClr val="lt1"/>
                </a:solidFill>
              </a:defRPr>
            </a:lvl8pPr>
            <a:lvl9pPr lvl="8" algn="ctr">
              <a:spcBef>
                <a:spcPts val="0"/>
              </a:spcBef>
              <a:spcAft>
                <a:spcPts val="0"/>
              </a:spcAft>
              <a:buClr>
                <a:schemeClr val="lt1"/>
              </a:buClr>
              <a:buSzPts val="8000"/>
              <a:buNone/>
              <a:defRPr b="1" sz="8000">
                <a:solidFill>
                  <a:schemeClr val="lt1"/>
                </a:solidFill>
              </a:defRPr>
            </a:lvl9pPr>
          </a:lstStyle>
          <a:p/>
        </p:txBody>
      </p:sp>
      <p:sp>
        <p:nvSpPr>
          <p:cNvPr id="149" name="Google Shape;149;p22"/>
          <p:cNvSpPr txBox="1"/>
          <p:nvPr>
            <p:ph idx="1" type="subTitle"/>
          </p:nvPr>
        </p:nvSpPr>
        <p:spPr>
          <a:xfrm>
            <a:off x="713225" y="2472000"/>
            <a:ext cx="3678000" cy="1933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2pPr>
            <a:lvl3pPr lvl="2"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3pPr>
            <a:lvl4pPr lvl="3"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4pPr>
            <a:lvl5pPr lvl="4"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5pPr>
            <a:lvl6pPr lvl="5"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6pPr>
            <a:lvl7pPr lvl="6"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7pPr>
            <a:lvl8pPr lvl="7"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8pPr>
            <a:lvl9pPr lvl="8"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9pPr>
          </a:lstStyle>
          <a:p/>
        </p:txBody>
      </p:sp>
      <p:sp>
        <p:nvSpPr>
          <p:cNvPr id="150" name="Google Shape;150;p22"/>
          <p:cNvSpPr/>
          <p:nvPr/>
        </p:nvSpPr>
        <p:spPr>
          <a:xfrm rot="-2700000">
            <a:off x="4008372" y="-4515765"/>
            <a:ext cx="5766173" cy="5590952"/>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1" name="Google Shape;151;p22"/>
          <p:cNvCxnSpPr/>
          <p:nvPr/>
        </p:nvCxnSpPr>
        <p:spPr>
          <a:xfrm flipH="1" rot="10800000">
            <a:off x="4562550" y="-204075"/>
            <a:ext cx="6010200" cy="618180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_1">
    <p:bg>
      <p:bgPr>
        <a:solidFill>
          <a:schemeClr val="dk1"/>
        </a:solidFill>
      </p:bgPr>
    </p:bg>
    <p:spTree>
      <p:nvGrpSpPr>
        <p:cNvPr id="152" name="Shape 152"/>
        <p:cNvGrpSpPr/>
        <p:nvPr/>
      </p:nvGrpSpPr>
      <p:grpSpPr>
        <a:xfrm>
          <a:off x="0" y="0"/>
          <a:ext cx="0" cy="0"/>
          <a:chOff x="0" y="0"/>
          <a:chExt cx="0" cy="0"/>
        </a:xfrm>
      </p:grpSpPr>
      <p:sp>
        <p:nvSpPr>
          <p:cNvPr id="153" name="Google Shape;153;p23"/>
          <p:cNvSpPr txBox="1"/>
          <p:nvPr>
            <p:ph type="title"/>
          </p:nvPr>
        </p:nvSpPr>
        <p:spPr>
          <a:xfrm flipH="1">
            <a:off x="1821475" y="2527625"/>
            <a:ext cx="5501100" cy="463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600"/>
              <a:buNone/>
              <a:defRPr b="1" sz="3600">
                <a:solidFill>
                  <a:schemeClr val="lt1"/>
                </a:solidFill>
              </a:defRPr>
            </a:lvl1pPr>
            <a:lvl2pPr lvl="1" algn="ctr">
              <a:spcBef>
                <a:spcPts val="0"/>
              </a:spcBef>
              <a:spcAft>
                <a:spcPts val="0"/>
              </a:spcAft>
              <a:buClr>
                <a:schemeClr val="lt1"/>
              </a:buClr>
              <a:buSzPts val="3600"/>
              <a:buNone/>
              <a:defRPr b="1" sz="3600">
                <a:solidFill>
                  <a:schemeClr val="lt1"/>
                </a:solidFill>
              </a:defRPr>
            </a:lvl2pPr>
            <a:lvl3pPr lvl="2" algn="ctr">
              <a:spcBef>
                <a:spcPts val="0"/>
              </a:spcBef>
              <a:spcAft>
                <a:spcPts val="0"/>
              </a:spcAft>
              <a:buClr>
                <a:schemeClr val="lt1"/>
              </a:buClr>
              <a:buSzPts val="3600"/>
              <a:buNone/>
              <a:defRPr b="1" sz="3600">
                <a:solidFill>
                  <a:schemeClr val="lt1"/>
                </a:solidFill>
              </a:defRPr>
            </a:lvl3pPr>
            <a:lvl4pPr lvl="3" algn="ctr">
              <a:spcBef>
                <a:spcPts val="0"/>
              </a:spcBef>
              <a:spcAft>
                <a:spcPts val="0"/>
              </a:spcAft>
              <a:buClr>
                <a:schemeClr val="lt1"/>
              </a:buClr>
              <a:buSzPts val="3600"/>
              <a:buNone/>
              <a:defRPr b="1" sz="3600">
                <a:solidFill>
                  <a:schemeClr val="lt1"/>
                </a:solidFill>
              </a:defRPr>
            </a:lvl4pPr>
            <a:lvl5pPr lvl="4" algn="ctr">
              <a:spcBef>
                <a:spcPts val="0"/>
              </a:spcBef>
              <a:spcAft>
                <a:spcPts val="0"/>
              </a:spcAft>
              <a:buClr>
                <a:schemeClr val="lt1"/>
              </a:buClr>
              <a:buSzPts val="3600"/>
              <a:buNone/>
              <a:defRPr b="1" sz="3600">
                <a:solidFill>
                  <a:schemeClr val="lt1"/>
                </a:solidFill>
              </a:defRPr>
            </a:lvl5pPr>
            <a:lvl6pPr lvl="5" algn="ctr">
              <a:spcBef>
                <a:spcPts val="0"/>
              </a:spcBef>
              <a:spcAft>
                <a:spcPts val="0"/>
              </a:spcAft>
              <a:buClr>
                <a:schemeClr val="lt1"/>
              </a:buClr>
              <a:buSzPts val="3600"/>
              <a:buNone/>
              <a:defRPr b="1" sz="3600">
                <a:solidFill>
                  <a:schemeClr val="lt1"/>
                </a:solidFill>
              </a:defRPr>
            </a:lvl6pPr>
            <a:lvl7pPr lvl="6" algn="ctr">
              <a:spcBef>
                <a:spcPts val="0"/>
              </a:spcBef>
              <a:spcAft>
                <a:spcPts val="0"/>
              </a:spcAft>
              <a:buClr>
                <a:schemeClr val="lt1"/>
              </a:buClr>
              <a:buSzPts val="3600"/>
              <a:buNone/>
              <a:defRPr b="1" sz="3600">
                <a:solidFill>
                  <a:schemeClr val="lt1"/>
                </a:solidFill>
              </a:defRPr>
            </a:lvl7pPr>
            <a:lvl8pPr lvl="7" algn="ctr">
              <a:spcBef>
                <a:spcPts val="0"/>
              </a:spcBef>
              <a:spcAft>
                <a:spcPts val="0"/>
              </a:spcAft>
              <a:buClr>
                <a:schemeClr val="lt1"/>
              </a:buClr>
              <a:buSzPts val="3600"/>
              <a:buNone/>
              <a:defRPr b="1" sz="3600">
                <a:solidFill>
                  <a:schemeClr val="lt1"/>
                </a:solidFill>
              </a:defRPr>
            </a:lvl8pPr>
            <a:lvl9pPr lvl="8" algn="ctr">
              <a:spcBef>
                <a:spcPts val="0"/>
              </a:spcBef>
              <a:spcAft>
                <a:spcPts val="0"/>
              </a:spcAft>
              <a:buClr>
                <a:schemeClr val="lt1"/>
              </a:buClr>
              <a:buSzPts val="3600"/>
              <a:buNone/>
              <a:defRPr b="1" sz="3600">
                <a:solidFill>
                  <a:schemeClr val="lt1"/>
                </a:solidFill>
              </a:defRPr>
            </a:lvl9pPr>
          </a:lstStyle>
          <a:p/>
        </p:txBody>
      </p:sp>
      <p:sp>
        <p:nvSpPr>
          <p:cNvPr id="154" name="Google Shape;154;p23"/>
          <p:cNvSpPr txBox="1"/>
          <p:nvPr>
            <p:ph hasCustomPrompt="1" idx="2" type="title"/>
          </p:nvPr>
        </p:nvSpPr>
        <p:spPr>
          <a:xfrm flipH="1">
            <a:off x="3043350" y="1533511"/>
            <a:ext cx="3057300" cy="873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8000"/>
              <a:buNone/>
              <a:defRPr b="1" sz="8000">
                <a:solidFill>
                  <a:schemeClr val="lt1"/>
                </a:solidFill>
              </a:defRPr>
            </a:lvl1pPr>
            <a:lvl2pPr lvl="1" algn="ctr">
              <a:spcBef>
                <a:spcPts val="0"/>
              </a:spcBef>
              <a:spcAft>
                <a:spcPts val="0"/>
              </a:spcAft>
              <a:buClr>
                <a:schemeClr val="lt1"/>
              </a:buClr>
              <a:buSzPts val="8000"/>
              <a:buNone/>
              <a:defRPr b="1" sz="8000">
                <a:solidFill>
                  <a:schemeClr val="lt1"/>
                </a:solidFill>
              </a:defRPr>
            </a:lvl2pPr>
            <a:lvl3pPr lvl="2" algn="ctr">
              <a:spcBef>
                <a:spcPts val="0"/>
              </a:spcBef>
              <a:spcAft>
                <a:spcPts val="0"/>
              </a:spcAft>
              <a:buClr>
                <a:schemeClr val="lt1"/>
              </a:buClr>
              <a:buSzPts val="8000"/>
              <a:buNone/>
              <a:defRPr b="1" sz="8000">
                <a:solidFill>
                  <a:schemeClr val="lt1"/>
                </a:solidFill>
              </a:defRPr>
            </a:lvl3pPr>
            <a:lvl4pPr lvl="3" algn="ctr">
              <a:spcBef>
                <a:spcPts val="0"/>
              </a:spcBef>
              <a:spcAft>
                <a:spcPts val="0"/>
              </a:spcAft>
              <a:buClr>
                <a:schemeClr val="lt1"/>
              </a:buClr>
              <a:buSzPts val="8000"/>
              <a:buNone/>
              <a:defRPr b="1" sz="8000">
                <a:solidFill>
                  <a:schemeClr val="lt1"/>
                </a:solidFill>
              </a:defRPr>
            </a:lvl4pPr>
            <a:lvl5pPr lvl="4" algn="ctr">
              <a:spcBef>
                <a:spcPts val="0"/>
              </a:spcBef>
              <a:spcAft>
                <a:spcPts val="0"/>
              </a:spcAft>
              <a:buClr>
                <a:schemeClr val="lt1"/>
              </a:buClr>
              <a:buSzPts val="8000"/>
              <a:buNone/>
              <a:defRPr b="1" sz="8000">
                <a:solidFill>
                  <a:schemeClr val="lt1"/>
                </a:solidFill>
              </a:defRPr>
            </a:lvl5pPr>
            <a:lvl6pPr lvl="5" algn="ctr">
              <a:spcBef>
                <a:spcPts val="0"/>
              </a:spcBef>
              <a:spcAft>
                <a:spcPts val="0"/>
              </a:spcAft>
              <a:buClr>
                <a:schemeClr val="lt1"/>
              </a:buClr>
              <a:buSzPts val="8000"/>
              <a:buNone/>
              <a:defRPr b="1" sz="8000">
                <a:solidFill>
                  <a:schemeClr val="lt1"/>
                </a:solidFill>
              </a:defRPr>
            </a:lvl6pPr>
            <a:lvl7pPr lvl="6" algn="ctr">
              <a:spcBef>
                <a:spcPts val="0"/>
              </a:spcBef>
              <a:spcAft>
                <a:spcPts val="0"/>
              </a:spcAft>
              <a:buClr>
                <a:schemeClr val="lt1"/>
              </a:buClr>
              <a:buSzPts val="8000"/>
              <a:buNone/>
              <a:defRPr b="1" sz="8000">
                <a:solidFill>
                  <a:schemeClr val="lt1"/>
                </a:solidFill>
              </a:defRPr>
            </a:lvl7pPr>
            <a:lvl8pPr lvl="7" algn="ctr">
              <a:spcBef>
                <a:spcPts val="0"/>
              </a:spcBef>
              <a:spcAft>
                <a:spcPts val="0"/>
              </a:spcAft>
              <a:buClr>
                <a:schemeClr val="lt1"/>
              </a:buClr>
              <a:buSzPts val="8000"/>
              <a:buNone/>
              <a:defRPr b="1" sz="8000">
                <a:solidFill>
                  <a:schemeClr val="lt1"/>
                </a:solidFill>
              </a:defRPr>
            </a:lvl8pPr>
            <a:lvl9pPr lvl="8" algn="ctr">
              <a:spcBef>
                <a:spcPts val="0"/>
              </a:spcBef>
              <a:spcAft>
                <a:spcPts val="0"/>
              </a:spcAft>
              <a:buClr>
                <a:schemeClr val="lt1"/>
              </a:buClr>
              <a:buSzPts val="8000"/>
              <a:buNone/>
              <a:defRPr b="1" sz="8000">
                <a:solidFill>
                  <a:schemeClr val="lt1"/>
                </a:solidFill>
              </a:defRPr>
            </a:lvl9pPr>
          </a:lstStyle>
          <a:p>
            <a:r>
              <a:t>xx%</a:t>
            </a:r>
          </a:p>
        </p:txBody>
      </p:sp>
      <p:sp>
        <p:nvSpPr>
          <p:cNvPr id="155" name="Google Shape;155;p23"/>
          <p:cNvSpPr txBox="1"/>
          <p:nvPr>
            <p:ph idx="1" type="subTitle"/>
          </p:nvPr>
        </p:nvSpPr>
        <p:spPr>
          <a:xfrm flipH="1">
            <a:off x="3198150" y="3293187"/>
            <a:ext cx="2747700" cy="316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2pPr>
            <a:lvl3pPr lvl="2"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3pPr>
            <a:lvl4pPr lvl="3"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4pPr>
            <a:lvl5pPr lvl="4"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5pPr>
            <a:lvl6pPr lvl="5"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6pPr>
            <a:lvl7pPr lvl="6"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7pPr>
            <a:lvl8pPr lvl="7"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8pPr>
            <a:lvl9pPr lvl="8"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9pPr>
          </a:lstStyle>
          <a:p/>
        </p:txBody>
      </p:sp>
      <p:cxnSp>
        <p:nvCxnSpPr>
          <p:cNvPr id="156" name="Google Shape;156;p23"/>
          <p:cNvCxnSpPr/>
          <p:nvPr/>
        </p:nvCxnSpPr>
        <p:spPr>
          <a:xfrm>
            <a:off x="6350113" y="-1501125"/>
            <a:ext cx="3757500" cy="4183800"/>
          </a:xfrm>
          <a:prstGeom prst="straightConnector1">
            <a:avLst/>
          </a:prstGeom>
          <a:noFill/>
          <a:ln cap="flat" cmpd="sng" w="19050">
            <a:solidFill>
              <a:schemeClr val="lt1"/>
            </a:solidFill>
            <a:prstDash val="solid"/>
            <a:round/>
            <a:headEnd len="med" w="med" type="none"/>
            <a:tailEnd len="med" w="med" type="none"/>
          </a:ln>
        </p:spPr>
      </p:cxnSp>
      <p:sp>
        <p:nvSpPr>
          <p:cNvPr id="157" name="Google Shape;157;p23"/>
          <p:cNvSpPr/>
          <p:nvPr/>
        </p:nvSpPr>
        <p:spPr>
          <a:xfrm>
            <a:off x="-64200" y="3825775"/>
            <a:ext cx="1296000" cy="13824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3"/>
          <p:cNvSpPr/>
          <p:nvPr/>
        </p:nvSpPr>
        <p:spPr>
          <a:xfrm>
            <a:off x="5258900" y="-237925"/>
            <a:ext cx="11403900" cy="5844300"/>
          </a:xfrm>
          <a:prstGeom prst="triangle">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3"/>
          <p:cNvSpPr/>
          <p:nvPr/>
        </p:nvSpPr>
        <p:spPr>
          <a:xfrm rot="10800000">
            <a:off x="-5389050" y="-2161975"/>
            <a:ext cx="11403900" cy="58443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3"/>
          <p:cNvSpPr/>
          <p:nvPr/>
        </p:nvSpPr>
        <p:spPr>
          <a:xfrm>
            <a:off x="5211275" y="3863525"/>
            <a:ext cx="2907300" cy="1490100"/>
          </a:xfrm>
          <a:prstGeom prst="triangle">
            <a:avLst>
              <a:gd fmla="val 50000"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3"/>
          <p:cNvSpPr/>
          <p:nvPr/>
        </p:nvSpPr>
        <p:spPr>
          <a:xfrm rot="10800000">
            <a:off x="1107975" y="-556075"/>
            <a:ext cx="2907300" cy="14901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ONE_COLUMN_TEXT_1">
    <p:bg>
      <p:bgPr>
        <a:solidFill>
          <a:schemeClr val="accent5"/>
        </a:solidFill>
      </p:bgPr>
    </p:bg>
    <p:spTree>
      <p:nvGrpSpPr>
        <p:cNvPr id="162" name="Shape 162"/>
        <p:cNvGrpSpPr/>
        <p:nvPr/>
      </p:nvGrpSpPr>
      <p:grpSpPr>
        <a:xfrm>
          <a:off x="0" y="0"/>
          <a:ext cx="0" cy="0"/>
          <a:chOff x="0" y="0"/>
          <a:chExt cx="0" cy="0"/>
        </a:xfrm>
      </p:grpSpPr>
      <p:sp>
        <p:nvSpPr>
          <p:cNvPr id="163" name="Google Shape;163;p24"/>
          <p:cNvSpPr txBox="1"/>
          <p:nvPr>
            <p:ph idx="1" type="body"/>
          </p:nvPr>
        </p:nvSpPr>
        <p:spPr>
          <a:xfrm>
            <a:off x="4039975" y="2245288"/>
            <a:ext cx="4390800" cy="6525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Didact Gothic"/>
              <a:buChar char="●"/>
              <a:defRPr>
                <a:solidFill>
                  <a:schemeClr val="lt1"/>
                </a:solidFill>
                <a:latin typeface="Didact Gothic"/>
                <a:ea typeface="Didact Gothic"/>
                <a:cs typeface="Didact Gothic"/>
                <a:sym typeface="Didact Gothic"/>
              </a:defRPr>
            </a:lvl1pPr>
            <a:lvl2pPr indent="-317500" lvl="1" marL="9144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indent="-317500" lvl="2" marL="13716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indent="-317500" lvl="3" marL="18288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indent="-317500" lvl="4" marL="22860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indent="-317500" lvl="5" marL="27432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indent="-317500" lvl="6" marL="32004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indent="-317500" lvl="7" marL="36576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indent="-317500" lvl="8" marL="41148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p:txBody>
      </p:sp>
      <p:sp>
        <p:nvSpPr>
          <p:cNvPr id="164" name="Google Shape;164;p24"/>
          <p:cNvSpPr txBox="1"/>
          <p:nvPr>
            <p:ph type="title"/>
          </p:nvPr>
        </p:nvSpPr>
        <p:spPr>
          <a:xfrm>
            <a:off x="4168000" y="963075"/>
            <a:ext cx="4262700" cy="9630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dk1"/>
              </a:buClr>
              <a:buSzPts val="2500"/>
              <a:buNone/>
              <a:defRPr b="1" sz="3000">
                <a:solidFill>
                  <a:schemeClr val="lt1"/>
                </a:solidFill>
              </a:defRPr>
            </a:lvl1pPr>
            <a:lvl2pPr lvl="1">
              <a:spcBef>
                <a:spcPts val="0"/>
              </a:spcBef>
              <a:spcAft>
                <a:spcPts val="0"/>
              </a:spcAft>
              <a:buClr>
                <a:schemeClr val="dk1"/>
              </a:buClr>
              <a:buSzPts val="2500"/>
              <a:buNone/>
              <a:defRPr b="1">
                <a:solidFill>
                  <a:schemeClr val="dk1"/>
                </a:solidFill>
              </a:defRPr>
            </a:lvl2pPr>
            <a:lvl3pPr lvl="2">
              <a:spcBef>
                <a:spcPts val="0"/>
              </a:spcBef>
              <a:spcAft>
                <a:spcPts val="0"/>
              </a:spcAft>
              <a:buClr>
                <a:schemeClr val="dk1"/>
              </a:buClr>
              <a:buSzPts val="2500"/>
              <a:buNone/>
              <a:defRPr b="1">
                <a:solidFill>
                  <a:schemeClr val="dk1"/>
                </a:solidFill>
              </a:defRPr>
            </a:lvl3pPr>
            <a:lvl4pPr lvl="3">
              <a:spcBef>
                <a:spcPts val="0"/>
              </a:spcBef>
              <a:spcAft>
                <a:spcPts val="0"/>
              </a:spcAft>
              <a:buClr>
                <a:schemeClr val="dk1"/>
              </a:buClr>
              <a:buSzPts val="2500"/>
              <a:buNone/>
              <a:defRPr b="1">
                <a:solidFill>
                  <a:schemeClr val="dk1"/>
                </a:solidFill>
              </a:defRPr>
            </a:lvl4pPr>
            <a:lvl5pPr lvl="4">
              <a:spcBef>
                <a:spcPts val="0"/>
              </a:spcBef>
              <a:spcAft>
                <a:spcPts val="0"/>
              </a:spcAft>
              <a:buClr>
                <a:schemeClr val="dk1"/>
              </a:buClr>
              <a:buSzPts val="2500"/>
              <a:buNone/>
              <a:defRPr b="1">
                <a:solidFill>
                  <a:schemeClr val="dk1"/>
                </a:solidFill>
              </a:defRPr>
            </a:lvl5pPr>
            <a:lvl6pPr lvl="5">
              <a:spcBef>
                <a:spcPts val="0"/>
              </a:spcBef>
              <a:spcAft>
                <a:spcPts val="0"/>
              </a:spcAft>
              <a:buClr>
                <a:schemeClr val="dk1"/>
              </a:buClr>
              <a:buSzPts val="2500"/>
              <a:buNone/>
              <a:defRPr b="1">
                <a:solidFill>
                  <a:schemeClr val="dk1"/>
                </a:solidFill>
              </a:defRPr>
            </a:lvl6pPr>
            <a:lvl7pPr lvl="6">
              <a:spcBef>
                <a:spcPts val="0"/>
              </a:spcBef>
              <a:spcAft>
                <a:spcPts val="0"/>
              </a:spcAft>
              <a:buClr>
                <a:schemeClr val="dk1"/>
              </a:buClr>
              <a:buSzPts val="2500"/>
              <a:buNone/>
              <a:defRPr b="1">
                <a:solidFill>
                  <a:schemeClr val="dk1"/>
                </a:solidFill>
              </a:defRPr>
            </a:lvl7pPr>
            <a:lvl8pPr lvl="7">
              <a:spcBef>
                <a:spcPts val="0"/>
              </a:spcBef>
              <a:spcAft>
                <a:spcPts val="0"/>
              </a:spcAft>
              <a:buClr>
                <a:schemeClr val="dk1"/>
              </a:buClr>
              <a:buSzPts val="2500"/>
              <a:buNone/>
              <a:defRPr b="1">
                <a:solidFill>
                  <a:schemeClr val="dk1"/>
                </a:solidFill>
              </a:defRPr>
            </a:lvl8pPr>
            <a:lvl9pPr lvl="8">
              <a:spcBef>
                <a:spcPts val="0"/>
              </a:spcBef>
              <a:spcAft>
                <a:spcPts val="0"/>
              </a:spcAft>
              <a:buClr>
                <a:schemeClr val="dk1"/>
              </a:buClr>
              <a:buSzPts val="2500"/>
              <a:buNone/>
              <a:defRPr b="1">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bg>
      <p:bgPr>
        <a:solidFill>
          <a:schemeClr val="accent6"/>
        </a:solidFill>
      </p:bgPr>
    </p:bg>
    <p:spTree>
      <p:nvGrpSpPr>
        <p:cNvPr id="165" name="Shape 165"/>
        <p:cNvGrpSpPr/>
        <p:nvPr/>
      </p:nvGrpSpPr>
      <p:grpSpPr>
        <a:xfrm>
          <a:off x="0" y="0"/>
          <a:ext cx="0" cy="0"/>
          <a:chOff x="0" y="0"/>
          <a:chExt cx="0" cy="0"/>
        </a:xfrm>
      </p:grpSpPr>
      <p:sp>
        <p:nvSpPr>
          <p:cNvPr id="166" name="Google Shape;166;p25"/>
          <p:cNvSpPr/>
          <p:nvPr/>
        </p:nvSpPr>
        <p:spPr>
          <a:xfrm rot="-5400000">
            <a:off x="4642941" y="-1673359"/>
            <a:ext cx="7685100" cy="74514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7" name="Google Shape;167;p25"/>
          <p:cNvSpPr/>
          <p:nvPr/>
        </p:nvSpPr>
        <p:spPr>
          <a:xfrm flipH="1" rot="-5400000">
            <a:off x="2841550" y="288050"/>
            <a:ext cx="10141200" cy="4567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5"/>
          <p:cNvSpPr txBox="1"/>
          <p:nvPr>
            <p:ph type="title"/>
          </p:nvPr>
        </p:nvSpPr>
        <p:spPr>
          <a:xfrm>
            <a:off x="713225" y="1627150"/>
            <a:ext cx="4659300" cy="1897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500"/>
              <a:buNone/>
              <a:defRPr b="1" sz="6000">
                <a:solidFill>
                  <a:schemeClr val="dk1"/>
                </a:solidFill>
              </a:defRPr>
            </a:lvl1pPr>
            <a:lvl2pPr lvl="1">
              <a:spcBef>
                <a:spcPts val="0"/>
              </a:spcBef>
              <a:spcAft>
                <a:spcPts val="0"/>
              </a:spcAft>
              <a:buClr>
                <a:schemeClr val="dk1"/>
              </a:buClr>
              <a:buSzPts val="2500"/>
              <a:buNone/>
              <a:defRPr b="1">
                <a:solidFill>
                  <a:schemeClr val="dk1"/>
                </a:solidFill>
              </a:defRPr>
            </a:lvl2pPr>
            <a:lvl3pPr lvl="2">
              <a:spcBef>
                <a:spcPts val="0"/>
              </a:spcBef>
              <a:spcAft>
                <a:spcPts val="0"/>
              </a:spcAft>
              <a:buClr>
                <a:schemeClr val="dk1"/>
              </a:buClr>
              <a:buSzPts val="2500"/>
              <a:buNone/>
              <a:defRPr b="1">
                <a:solidFill>
                  <a:schemeClr val="dk1"/>
                </a:solidFill>
              </a:defRPr>
            </a:lvl3pPr>
            <a:lvl4pPr lvl="3">
              <a:spcBef>
                <a:spcPts val="0"/>
              </a:spcBef>
              <a:spcAft>
                <a:spcPts val="0"/>
              </a:spcAft>
              <a:buClr>
                <a:schemeClr val="dk1"/>
              </a:buClr>
              <a:buSzPts val="2500"/>
              <a:buNone/>
              <a:defRPr b="1">
                <a:solidFill>
                  <a:schemeClr val="dk1"/>
                </a:solidFill>
              </a:defRPr>
            </a:lvl4pPr>
            <a:lvl5pPr lvl="4">
              <a:spcBef>
                <a:spcPts val="0"/>
              </a:spcBef>
              <a:spcAft>
                <a:spcPts val="0"/>
              </a:spcAft>
              <a:buClr>
                <a:schemeClr val="dk1"/>
              </a:buClr>
              <a:buSzPts val="2500"/>
              <a:buNone/>
              <a:defRPr b="1">
                <a:solidFill>
                  <a:schemeClr val="dk1"/>
                </a:solidFill>
              </a:defRPr>
            </a:lvl5pPr>
            <a:lvl6pPr lvl="5">
              <a:spcBef>
                <a:spcPts val="0"/>
              </a:spcBef>
              <a:spcAft>
                <a:spcPts val="0"/>
              </a:spcAft>
              <a:buClr>
                <a:schemeClr val="dk1"/>
              </a:buClr>
              <a:buSzPts val="2500"/>
              <a:buNone/>
              <a:defRPr b="1">
                <a:solidFill>
                  <a:schemeClr val="dk1"/>
                </a:solidFill>
              </a:defRPr>
            </a:lvl6pPr>
            <a:lvl7pPr lvl="6">
              <a:spcBef>
                <a:spcPts val="0"/>
              </a:spcBef>
              <a:spcAft>
                <a:spcPts val="0"/>
              </a:spcAft>
              <a:buClr>
                <a:schemeClr val="dk1"/>
              </a:buClr>
              <a:buSzPts val="2500"/>
              <a:buNone/>
              <a:defRPr b="1">
                <a:solidFill>
                  <a:schemeClr val="dk1"/>
                </a:solidFill>
              </a:defRPr>
            </a:lvl7pPr>
            <a:lvl8pPr lvl="7">
              <a:spcBef>
                <a:spcPts val="0"/>
              </a:spcBef>
              <a:spcAft>
                <a:spcPts val="0"/>
              </a:spcAft>
              <a:buClr>
                <a:schemeClr val="dk1"/>
              </a:buClr>
              <a:buSzPts val="2500"/>
              <a:buNone/>
              <a:defRPr b="1">
                <a:solidFill>
                  <a:schemeClr val="dk1"/>
                </a:solidFill>
              </a:defRPr>
            </a:lvl8pPr>
            <a:lvl9pPr lvl="8">
              <a:spcBef>
                <a:spcPts val="0"/>
              </a:spcBef>
              <a:spcAft>
                <a:spcPts val="0"/>
              </a:spcAft>
              <a:buClr>
                <a:schemeClr val="dk1"/>
              </a:buClr>
              <a:buSzPts val="2500"/>
              <a:buNone/>
              <a:defRPr b="1">
                <a:solidFill>
                  <a:schemeClr val="dk1"/>
                </a:solidFill>
              </a:defRPr>
            </a:lvl9pPr>
          </a:lstStyle>
          <a:p/>
        </p:txBody>
      </p:sp>
      <p:sp>
        <p:nvSpPr>
          <p:cNvPr id="169" name="Google Shape;169;p25"/>
          <p:cNvSpPr/>
          <p:nvPr/>
        </p:nvSpPr>
        <p:spPr>
          <a:xfrm rot="5400000">
            <a:off x="-341212" y="-788137"/>
            <a:ext cx="3405900" cy="33024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70" name="Google Shape;170;p25"/>
          <p:cNvSpPr/>
          <p:nvPr/>
        </p:nvSpPr>
        <p:spPr>
          <a:xfrm rot="5400000">
            <a:off x="-436462" y="-1007212"/>
            <a:ext cx="3405900" cy="33024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71" name="Google Shape;171;p25"/>
          <p:cNvSpPr/>
          <p:nvPr/>
        </p:nvSpPr>
        <p:spPr>
          <a:xfrm flipH="1">
            <a:off x="5408725" y="4511825"/>
            <a:ext cx="3458400" cy="1923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_1_3">
    <p:bg>
      <p:bgPr>
        <a:solidFill>
          <a:schemeClr val="accent5"/>
        </a:solidFill>
      </p:bgPr>
    </p:bg>
    <p:spTree>
      <p:nvGrpSpPr>
        <p:cNvPr id="172" name="Shape 172"/>
        <p:cNvGrpSpPr/>
        <p:nvPr/>
      </p:nvGrpSpPr>
      <p:grpSpPr>
        <a:xfrm>
          <a:off x="0" y="0"/>
          <a:ext cx="0" cy="0"/>
          <a:chOff x="0" y="0"/>
          <a:chExt cx="0" cy="0"/>
        </a:xfrm>
      </p:grpSpPr>
      <p:sp>
        <p:nvSpPr>
          <p:cNvPr id="173" name="Google Shape;173;p26"/>
          <p:cNvSpPr txBox="1"/>
          <p:nvPr>
            <p:ph type="title"/>
          </p:nvPr>
        </p:nvSpPr>
        <p:spPr>
          <a:xfrm>
            <a:off x="1383600" y="2307450"/>
            <a:ext cx="63768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spcBef>
                <a:spcPts val="0"/>
              </a:spcBef>
              <a:spcAft>
                <a:spcPts val="0"/>
              </a:spcAft>
              <a:buClr>
                <a:schemeClr val="dk1"/>
              </a:buClr>
              <a:buSzPts val="2500"/>
              <a:buNone/>
              <a:defRPr b="1">
                <a:solidFill>
                  <a:schemeClr val="dk1"/>
                </a:solidFill>
              </a:defRPr>
            </a:lvl2pPr>
            <a:lvl3pPr lvl="2">
              <a:spcBef>
                <a:spcPts val="0"/>
              </a:spcBef>
              <a:spcAft>
                <a:spcPts val="0"/>
              </a:spcAft>
              <a:buClr>
                <a:schemeClr val="dk1"/>
              </a:buClr>
              <a:buSzPts val="2500"/>
              <a:buNone/>
              <a:defRPr b="1">
                <a:solidFill>
                  <a:schemeClr val="dk1"/>
                </a:solidFill>
              </a:defRPr>
            </a:lvl3pPr>
            <a:lvl4pPr lvl="3">
              <a:spcBef>
                <a:spcPts val="0"/>
              </a:spcBef>
              <a:spcAft>
                <a:spcPts val="0"/>
              </a:spcAft>
              <a:buClr>
                <a:schemeClr val="dk1"/>
              </a:buClr>
              <a:buSzPts val="2500"/>
              <a:buNone/>
              <a:defRPr b="1">
                <a:solidFill>
                  <a:schemeClr val="dk1"/>
                </a:solidFill>
              </a:defRPr>
            </a:lvl4pPr>
            <a:lvl5pPr lvl="4">
              <a:spcBef>
                <a:spcPts val="0"/>
              </a:spcBef>
              <a:spcAft>
                <a:spcPts val="0"/>
              </a:spcAft>
              <a:buClr>
                <a:schemeClr val="dk1"/>
              </a:buClr>
              <a:buSzPts val="2500"/>
              <a:buNone/>
              <a:defRPr b="1">
                <a:solidFill>
                  <a:schemeClr val="dk1"/>
                </a:solidFill>
              </a:defRPr>
            </a:lvl5pPr>
            <a:lvl6pPr lvl="5">
              <a:spcBef>
                <a:spcPts val="0"/>
              </a:spcBef>
              <a:spcAft>
                <a:spcPts val="0"/>
              </a:spcAft>
              <a:buClr>
                <a:schemeClr val="dk1"/>
              </a:buClr>
              <a:buSzPts val="2500"/>
              <a:buNone/>
              <a:defRPr b="1">
                <a:solidFill>
                  <a:schemeClr val="dk1"/>
                </a:solidFill>
              </a:defRPr>
            </a:lvl6pPr>
            <a:lvl7pPr lvl="6">
              <a:spcBef>
                <a:spcPts val="0"/>
              </a:spcBef>
              <a:spcAft>
                <a:spcPts val="0"/>
              </a:spcAft>
              <a:buClr>
                <a:schemeClr val="dk1"/>
              </a:buClr>
              <a:buSzPts val="2500"/>
              <a:buNone/>
              <a:defRPr b="1">
                <a:solidFill>
                  <a:schemeClr val="dk1"/>
                </a:solidFill>
              </a:defRPr>
            </a:lvl7pPr>
            <a:lvl8pPr lvl="7">
              <a:spcBef>
                <a:spcPts val="0"/>
              </a:spcBef>
              <a:spcAft>
                <a:spcPts val="0"/>
              </a:spcAft>
              <a:buClr>
                <a:schemeClr val="dk1"/>
              </a:buClr>
              <a:buSzPts val="2500"/>
              <a:buNone/>
              <a:defRPr b="1">
                <a:solidFill>
                  <a:schemeClr val="dk1"/>
                </a:solidFill>
              </a:defRPr>
            </a:lvl8pPr>
            <a:lvl9pPr lvl="8">
              <a:spcBef>
                <a:spcPts val="0"/>
              </a:spcBef>
              <a:spcAft>
                <a:spcPts val="0"/>
              </a:spcAft>
              <a:buClr>
                <a:schemeClr val="dk1"/>
              </a:buClr>
              <a:buSzPts val="2500"/>
              <a:buNone/>
              <a:defRPr b="1">
                <a:solidFill>
                  <a:schemeClr val="dk1"/>
                </a:solidFill>
              </a:defRPr>
            </a:lvl9pPr>
          </a:lstStyle>
          <a:p/>
        </p:txBody>
      </p:sp>
      <p:sp>
        <p:nvSpPr>
          <p:cNvPr id="174" name="Google Shape;174;p26"/>
          <p:cNvSpPr txBox="1"/>
          <p:nvPr>
            <p:ph idx="2" type="title"/>
          </p:nvPr>
        </p:nvSpPr>
        <p:spPr>
          <a:xfrm>
            <a:off x="1120875" y="899475"/>
            <a:ext cx="1959300" cy="333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175" name="Google Shape;175;p26"/>
          <p:cNvSpPr txBox="1"/>
          <p:nvPr>
            <p:ph idx="1" type="subTitle"/>
          </p:nvPr>
        </p:nvSpPr>
        <p:spPr>
          <a:xfrm>
            <a:off x="734175" y="1166874"/>
            <a:ext cx="2732700" cy="80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176" name="Google Shape;176;p26"/>
          <p:cNvSpPr txBox="1"/>
          <p:nvPr>
            <p:ph idx="3" type="title"/>
          </p:nvPr>
        </p:nvSpPr>
        <p:spPr>
          <a:xfrm>
            <a:off x="1120875" y="3477975"/>
            <a:ext cx="1959300" cy="333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177" name="Google Shape;177;p26"/>
          <p:cNvSpPr txBox="1"/>
          <p:nvPr>
            <p:ph idx="4" type="subTitle"/>
          </p:nvPr>
        </p:nvSpPr>
        <p:spPr>
          <a:xfrm>
            <a:off x="734175" y="3747815"/>
            <a:ext cx="2732700" cy="80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178" name="Google Shape;178;p26"/>
          <p:cNvSpPr txBox="1"/>
          <p:nvPr>
            <p:ph idx="5" type="title"/>
          </p:nvPr>
        </p:nvSpPr>
        <p:spPr>
          <a:xfrm>
            <a:off x="6063846" y="899475"/>
            <a:ext cx="1959300" cy="333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179" name="Google Shape;179;p26"/>
          <p:cNvSpPr txBox="1"/>
          <p:nvPr>
            <p:ph idx="6" type="subTitle"/>
          </p:nvPr>
        </p:nvSpPr>
        <p:spPr>
          <a:xfrm>
            <a:off x="5677150" y="1166874"/>
            <a:ext cx="2732700" cy="80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180" name="Google Shape;180;p26"/>
          <p:cNvSpPr txBox="1"/>
          <p:nvPr>
            <p:ph idx="7" type="title"/>
          </p:nvPr>
        </p:nvSpPr>
        <p:spPr>
          <a:xfrm>
            <a:off x="6063846" y="3478125"/>
            <a:ext cx="1959300" cy="333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181" name="Google Shape;181;p26"/>
          <p:cNvSpPr txBox="1"/>
          <p:nvPr>
            <p:ph idx="8" type="subTitle"/>
          </p:nvPr>
        </p:nvSpPr>
        <p:spPr>
          <a:xfrm>
            <a:off x="5677150" y="3746088"/>
            <a:ext cx="2732700" cy="80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2">
    <p:bg>
      <p:bgPr>
        <a:solidFill>
          <a:schemeClr val="accent5"/>
        </a:solidFill>
      </p:bgPr>
    </p:bg>
    <p:spTree>
      <p:nvGrpSpPr>
        <p:cNvPr id="182" name="Shape 182"/>
        <p:cNvGrpSpPr/>
        <p:nvPr/>
      </p:nvGrpSpPr>
      <p:grpSpPr>
        <a:xfrm>
          <a:off x="0" y="0"/>
          <a:ext cx="0" cy="0"/>
          <a:chOff x="0" y="0"/>
          <a:chExt cx="0" cy="0"/>
        </a:xfrm>
      </p:grpSpPr>
      <p:sp>
        <p:nvSpPr>
          <p:cNvPr id="183" name="Google Shape;183;p27"/>
          <p:cNvSpPr txBox="1"/>
          <p:nvPr>
            <p:ph type="title"/>
          </p:nvPr>
        </p:nvSpPr>
        <p:spPr>
          <a:xfrm>
            <a:off x="931700" y="2019718"/>
            <a:ext cx="3252900" cy="1000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600"/>
              <a:buNone/>
              <a:defRPr b="1" sz="3400">
                <a:solidFill>
                  <a:schemeClr val="dk1"/>
                </a:solidFill>
              </a:defRPr>
            </a:lvl1pPr>
            <a:lvl2pPr lvl="1">
              <a:spcBef>
                <a:spcPts val="0"/>
              </a:spcBef>
              <a:spcAft>
                <a:spcPts val="0"/>
              </a:spcAft>
              <a:buClr>
                <a:schemeClr val="dk1"/>
              </a:buClr>
              <a:buSzPts val="3600"/>
              <a:buNone/>
              <a:defRPr b="1" sz="3600">
                <a:solidFill>
                  <a:schemeClr val="dk1"/>
                </a:solidFill>
              </a:defRPr>
            </a:lvl2pPr>
            <a:lvl3pPr lvl="2">
              <a:spcBef>
                <a:spcPts val="0"/>
              </a:spcBef>
              <a:spcAft>
                <a:spcPts val="0"/>
              </a:spcAft>
              <a:buClr>
                <a:schemeClr val="dk1"/>
              </a:buClr>
              <a:buSzPts val="3600"/>
              <a:buNone/>
              <a:defRPr b="1" sz="3600">
                <a:solidFill>
                  <a:schemeClr val="dk1"/>
                </a:solidFill>
              </a:defRPr>
            </a:lvl3pPr>
            <a:lvl4pPr lvl="3">
              <a:spcBef>
                <a:spcPts val="0"/>
              </a:spcBef>
              <a:spcAft>
                <a:spcPts val="0"/>
              </a:spcAft>
              <a:buClr>
                <a:schemeClr val="dk1"/>
              </a:buClr>
              <a:buSzPts val="3600"/>
              <a:buNone/>
              <a:defRPr b="1" sz="3600">
                <a:solidFill>
                  <a:schemeClr val="dk1"/>
                </a:solidFill>
              </a:defRPr>
            </a:lvl4pPr>
            <a:lvl5pPr lvl="4">
              <a:spcBef>
                <a:spcPts val="0"/>
              </a:spcBef>
              <a:spcAft>
                <a:spcPts val="0"/>
              </a:spcAft>
              <a:buClr>
                <a:schemeClr val="dk1"/>
              </a:buClr>
              <a:buSzPts val="3600"/>
              <a:buNone/>
              <a:defRPr b="1" sz="3600">
                <a:solidFill>
                  <a:schemeClr val="dk1"/>
                </a:solidFill>
              </a:defRPr>
            </a:lvl5pPr>
            <a:lvl6pPr lvl="5">
              <a:spcBef>
                <a:spcPts val="0"/>
              </a:spcBef>
              <a:spcAft>
                <a:spcPts val="0"/>
              </a:spcAft>
              <a:buClr>
                <a:schemeClr val="dk1"/>
              </a:buClr>
              <a:buSzPts val="3600"/>
              <a:buNone/>
              <a:defRPr b="1" sz="3600">
                <a:solidFill>
                  <a:schemeClr val="dk1"/>
                </a:solidFill>
              </a:defRPr>
            </a:lvl6pPr>
            <a:lvl7pPr lvl="6">
              <a:spcBef>
                <a:spcPts val="0"/>
              </a:spcBef>
              <a:spcAft>
                <a:spcPts val="0"/>
              </a:spcAft>
              <a:buClr>
                <a:schemeClr val="dk1"/>
              </a:buClr>
              <a:buSzPts val="3600"/>
              <a:buNone/>
              <a:defRPr b="1" sz="3600">
                <a:solidFill>
                  <a:schemeClr val="dk1"/>
                </a:solidFill>
              </a:defRPr>
            </a:lvl7pPr>
            <a:lvl8pPr lvl="7">
              <a:spcBef>
                <a:spcPts val="0"/>
              </a:spcBef>
              <a:spcAft>
                <a:spcPts val="0"/>
              </a:spcAft>
              <a:buClr>
                <a:schemeClr val="dk1"/>
              </a:buClr>
              <a:buSzPts val="3600"/>
              <a:buNone/>
              <a:defRPr b="1" sz="3600">
                <a:solidFill>
                  <a:schemeClr val="dk1"/>
                </a:solidFill>
              </a:defRPr>
            </a:lvl8pPr>
            <a:lvl9pPr lvl="8">
              <a:spcBef>
                <a:spcPts val="0"/>
              </a:spcBef>
              <a:spcAft>
                <a:spcPts val="0"/>
              </a:spcAft>
              <a:buClr>
                <a:schemeClr val="dk1"/>
              </a:buClr>
              <a:buSzPts val="3600"/>
              <a:buNone/>
              <a:defRPr b="1" sz="3600">
                <a:solidFill>
                  <a:schemeClr val="dk1"/>
                </a:solidFill>
              </a:defRPr>
            </a:lvl9pPr>
          </a:lstStyle>
          <a:p/>
        </p:txBody>
      </p:sp>
      <p:sp>
        <p:nvSpPr>
          <p:cNvPr id="184" name="Google Shape;184;p27"/>
          <p:cNvSpPr txBox="1"/>
          <p:nvPr>
            <p:ph hasCustomPrompt="1" idx="2" type="title"/>
          </p:nvPr>
        </p:nvSpPr>
        <p:spPr>
          <a:xfrm>
            <a:off x="931700" y="967055"/>
            <a:ext cx="3057300" cy="967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8000"/>
              <a:buNone/>
              <a:defRPr b="1" sz="8000">
                <a:solidFill>
                  <a:schemeClr val="dk1"/>
                </a:solidFill>
              </a:defRPr>
            </a:lvl1pPr>
            <a:lvl2pPr lvl="1">
              <a:spcBef>
                <a:spcPts val="0"/>
              </a:spcBef>
              <a:spcAft>
                <a:spcPts val="0"/>
              </a:spcAft>
              <a:buClr>
                <a:schemeClr val="dk1"/>
              </a:buClr>
              <a:buSzPts val="8000"/>
              <a:buNone/>
              <a:defRPr b="1" sz="8000">
                <a:solidFill>
                  <a:schemeClr val="dk1"/>
                </a:solidFill>
              </a:defRPr>
            </a:lvl2pPr>
            <a:lvl3pPr lvl="2">
              <a:spcBef>
                <a:spcPts val="0"/>
              </a:spcBef>
              <a:spcAft>
                <a:spcPts val="0"/>
              </a:spcAft>
              <a:buClr>
                <a:schemeClr val="dk1"/>
              </a:buClr>
              <a:buSzPts val="8000"/>
              <a:buNone/>
              <a:defRPr b="1" sz="8000">
                <a:solidFill>
                  <a:schemeClr val="dk1"/>
                </a:solidFill>
              </a:defRPr>
            </a:lvl3pPr>
            <a:lvl4pPr lvl="3">
              <a:spcBef>
                <a:spcPts val="0"/>
              </a:spcBef>
              <a:spcAft>
                <a:spcPts val="0"/>
              </a:spcAft>
              <a:buClr>
                <a:schemeClr val="dk1"/>
              </a:buClr>
              <a:buSzPts val="8000"/>
              <a:buNone/>
              <a:defRPr b="1" sz="8000">
                <a:solidFill>
                  <a:schemeClr val="dk1"/>
                </a:solidFill>
              </a:defRPr>
            </a:lvl4pPr>
            <a:lvl5pPr lvl="4">
              <a:spcBef>
                <a:spcPts val="0"/>
              </a:spcBef>
              <a:spcAft>
                <a:spcPts val="0"/>
              </a:spcAft>
              <a:buClr>
                <a:schemeClr val="dk1"/>
              </a:buClr>
              <a:buSzPts val="8000"/>
              <a:buNone/>
              <a:defRPr b="1" sz="8000">
                <a:solidFill>
                  <a:schemeClr val="dk1"/>
                </a:solidFill>
              </a:defRPr>
            </a:lvl5pPr>
            <a:lvl6pPr lvl="5">
              <a:spcBef>
                <a:spcPts val="0"/>
              </a:spcBef>
              <a:spcAft>
                <a:spcPts val="0"/>
              </a:spcAft>
              <a:buClr>
                <a:schemeClr val="dk1"/>
              </a:buClr>
              <a:buSzPts val="8000"/>
              <a:buNone/>
              <a:defRPr b="1" sz="8000">
                <a:solidFill>
                  <a:schemeClr val="dk1"/>
                </a:solidFill>
              </a:defRPr>
            </a:lvl6pPr>
            <a:lvl7pPr lvl="6">
              <a:spcBef>
                <a:spcPts val="0"/>
              </a:spcBef>
              <a:spcAft>
                <a:spcPts val="0"/>
              </a:spcAft>
              <a:buClr>
                <a:schemeClr val="dk1"/>
              </a:buClr>
              <a:buSzPts val="8000"/>
              <a:buNone/>
              <a:defRPr b="1" sz="8000">
                <a:solidFill>
                  <a:schemeClr val="dk1"/>
                </a:solidFill>
              </a:defRPr>
            </a:lvl7pPr>
            <a:lvl8pPr lvl="7">
              <a:spcBef>
                <a:spcPts val="0"/>
              </a:spcBef>
              <a:spcAft>
                <a:spcPts val="0"/>
              </a:spcAft>
              <a:buClr>
                <a:schemeClr val="dk1"/>
              </a:buClr>
              <a:buSzPts val="8000"/>
              <a:buNone/>
              <a:defRPr b="1" sz="8000">
                <a:solidFill>
                  <a:schemeClr val="dk1"/>
                </a:solidFill>
              </a:defRPr>
            </a:lvl8pPr>
            <a:lvl9pPr lvl="8">
              <a:spcBef>
                <a:spcPts val="0"/>
              </a:spcBef>
              <a:spcAft>
                <a:spcPts val="0"/>
              </a:spcAft>
              <a:buClr>
                <a:schemeClr val="dk1"/>
              </a:buClr>
              <a:buSzPts val="8000"/>
              <a:buNone/>
              <a:defRPr b="1" sz="8000">
                <a:solidFill>
                  <a:schemeClr val="dk1"/>
                </a:solidFill>
              </a:defRPr>
            </a:lvl9pPr>
          </a:lstStyle>
          <a:p>
            <a:r>
              <a:t>xx%</a:t>
            </a:r>
          </a:p>
        </p:txBody>
      </p:sp>
      <p:sp>
        <p:nvSpPr>
          <p:cNvPr id="185" name="Google Shape;185;p27"/>
          <p:cNvSpPr txBox="1"/>
          <p:nvPr>
            <p:ph idx="1" type="subTitle"/>
          </p:nvPr>
        </p:nvSpPr>
        <p:spPr>
          <a:xfrm>
            <a:off x="931700" y="3326230"/>
            <a:ext cx="1978500" cy="583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cxnSp>
        <p:nvCxnSpPr>
          <p:cNvPr id="186" name="Google Shape;186;p27"/>
          <p:cNvCxnSpPr/>
          <p:nvPr/>
        </p:nvCxnSpPr>
        <p:spPr>
          <a:xfrm>
            <a:off x="2581800" y="-1263000"/>
            <a:ext cx="3757500" cy="4183800"/>
          </a:xfrm>
          <a:prstGeom prst="straightConnector1">
            <a:avLst/>
          </a:prstGeom>
          <a:noFill/>
          <a:ln cap="flat" cmpd="sng" w="19050">
            <a:solidFill>
              <a:schemeClr val="dk1"/>
            </a:solidFill>
            <a:prstDash val="solid"/>
            <a:round/>
            <a:headEnd len="med" w="med" type="none"/>
            <a:tailEnd len="med" w="med" type="none"/>
          </a:ln>
        </p:spPr>
      </p:cxnSp>
      <p:sp>
        <p:nvSpPr>
          <p:cNvPr id="187" name="Google Shape;187;p27"/>
          <p:cNvSpPr/>
          <p:nvPr/>
        </p:nvSpPr>
        <p:spPr>
          <a:xfrm>
            <a:off x="-62425" y="3825775"/>
            <a:ext cx="1296000" cy="1382400"/>
          </a:xfrm>
          <a:prstGeom prst="rtTriangl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3">
    <p:bg>
      <p:bgPr>
        <a:solidFill>
          <a:schemeClr val="accent5"/>
        </a:solidFill>
      </p:bgPr>
    </p:bg>
    <p:spTree>
      <p:nvGrpSpPr>
        <p:cNvPr id="188" name="Shape 188"/>
        <p:cNvGrpSpPr/>
        <p:nvPr/>
      </p:nvGrpSpPr>
      <p:grpSpPr>
        <a:xfrm>
          <a:off x="0" y="0"/>
          <a:ext cx="0" cy="0"/>
          <a:chOff x="0" y="0"/>
          <a:chExt cx="0" cy="0"/>
        </a:xfrm>
      </p:grpSpPr>
      <p:sp>
        <p:nvSpPr>
          <p:cNvPr id="189" name="Google Shape;189;p28"/>
          <p:cNvSpPr txBox="1"/>
          <p:nvPr>
            <p:ph type="title"/>
          </p:nvPr>
        </p:nvSpPr>
        <p:spPr>
          <a:xfrm>
            <a:off x="716550" y="530725"/>
            <a:ext cx="77109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
        <p:nvSpPr>
          <p:cNvPr id="190" name="Google Shape;190;p28"/>
          <p:cNvSpPr/>
          <p:nvPr/>
        </p:nvSpPr>
        <p:spPr>
          <a:xfrm>
            <a:off x="-1681400" y="2482100"/>
            <a:ext cx="3405900" cy="33024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91" name="Google Shape;191;p28"/>
          <p:cNvSpPr/>
          <p:nvPr/>
        </p:nvSpPr>
        <p:spPr>
          <a:xfrm rot="10800000">
            <a:off x="6494725" y="-1182250"/>
            <a:ext cx="3405900" cy="33024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92" name="Google Shape;192;p28"/>
          <p:cNvSpPr/>
          <p:nvPr/>
        </p:nvSpPr>
        <p:spPr>
          <a:xfrm rot="10800000">
            <a:off x="5454700" y="-1789325"/>
            <a:ext cx="5364900" cy="25164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27">
    <p:bg>
      <p:bgPr>
        <a:solidFill>
          <a:schemeClr val="accent5"/>
        </a:solidFill>
      </p:bgPr>
    </p:bg>
    <p:spTree>
      <p:nvGrpSpPr>
        <p:cNvPr id="193" name="Shape 193"/>
        <p:cNvGrpSpPr/>
        <p:nvPr/>
      </p:nvGrpSpPr>
      <p:grpSpPr>
        <a:xfrm>
          <a:off x="0" y="0"/>
          <a:ext cx="0" cy="0"/>
          <a:chOff x="0" y="0"/>
          <a:chExt cx="0" cy="0"/>
        </a:xfrm>
      </p:grpSpPr>
      <p:sp>
        <p:nvSpPr>
          <p:cNvPr id="194" name="Google Shape;194;p29"/>
          <p:cNvSpPr txBox="1"/>
          <p:nvPr>
            <p:ph type="title"/>
          </p:nvPr>
        </p:nvSpPr>
        <p:spPr>
          <a:xfrm>
            <a:off x="1176825" y="2158150"/>
            <a:ext cx="1499100" cy="408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lt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195" name="Google Shape;195;p29"/>
          <p:cNvSpPr txBox="1"/>
          <p:nvPr>
            <p:ph idx="1" type="subTitle"/>
          </p:nvPr>
        </p:nvSpPr>
        <p:spPr>
          <a:xfrm>
            <a:off x="713225" y="2459250"/>
            <a:ext cx="2426100" cy="7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196" name="Google Shape;196;p29"/>
          <p:cNvSpPr txBox="1"/>
          <p:nvPr>
            <p:ph idx="2" type="title"/>
          </p:nvPr>
        </p:nvSpPr>
        <p:spPr>
          <a:xfrm>
            <a:off x="6468199" y="2158150"/>
            <a:ext cx="1499100" cy="408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lt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197" name="Google Shape;197;p29"/>
          <p:cNvSpPr txBox="1"/>
          <p:nvPr>
            <p:ph idx="3" type="subTitle"/>
          </p:nvPr>
        </p:nvSpPr>
        <p:spPr>
          <a:xfrm>
            <a:off x="6004683" y="2459250"/>
            <a:ext cx="2426100" cy="7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198" name="Google Shape;198;p29"/>
          <p:cNvSpPr txBox="1"/>
          <p:nvPr>
            <p:ph idx="4" type="title"/>
          </p:nvPr>
        </p:nvSpPr>
        <p:spPr>
          <a:xfrm>
            <a:off x="3822450" y="2158150"/>
            <a:ext cx="1499100" cy="408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lt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199" name="Google Shape;199;p29"/>
          <p:cNvSpPr txBox="1"/>
          <p:nvPr>
            <p:ph idx="5" type="subTitle"/>
          </p:nvPr>
        </p:nvSpPr>
        <p:spPr>
          <a:xfrm>
            <a:off x="3358950" y="2459250"/>
            <a:ext cx="2426100" cy="7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00" name="Google Shape;200;p29"/>
          <p:cNvSpPr/>
          <p:nvPr/>
        </p:nvSpPr>
        <p:spPr>
          <a:xfrm>
            <a:off x="3198450" y="3764666"/>
            <a:ext cx="2727900" cy="1416300"/>
          </a:xfrm>
          <a:prstGeom prst="triangle">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9"/>
          <p:cNvSpPr txBox="1"/>
          <p:nvPr>
            <p:ph idx="6" type="title"/>
          </p:nvPr>
        </p:nvSpPr>
        <p:spPr>
          <a:xfrm>
            <a:off x="1974300" y="530725"/>
            <a:ext cx="51954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32_1">
    <p:bg>
      <p:bgPr>
        <a:solidFill>
          <a:schemeClr val="accent5"/>
        </a:solidFill>
      </p:bgPr>
    </p:bg>
    <p:spTree>
      <p:nvGrpSpPr>
        <p:cNvPr id="202" name="Shape 202"/>
        <p:cNvGrpSpPr/>
        <p:nvPr/>
      </p:nvGrpSpPr>
      <p:grpSpPr>
        <a:xfrm>
          <a:off x="0" y="0"/>
          <a:ext cx="0" cy="0"/>
          <a:chOff x="0" y="0"/>
          <a:chExt cx="0" cy="0"/>
        </a:xfrm>
      </p:grpSpPr>
      <p:sp>
        <p:nvSpPr>
          <p:cNvPr id="203" name="Google Shape;203;p30"/>
          <p:cNvSpPr/>
          <p:nvPr/>
        </p:nvSpPr>
        <p:spPr>
          <a:xfrm flipH="1" rot="5400000">
            <a:off x="-3170100" y="96925"/>
            <a:ext cx="10676100" cy="4808100"/>
          </a:xfrm>
          <a:prstGeom prst="triangle">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0"/>
          <p:cNvSpPr txBox="1"/>
          <p:nvPr>
            <p:ph type="title"/>
          </p:nvPr>
        </p:nvSpPr>
        <p:spPr>
          <a:xfrm>
            <a:off x="5621850" y="1032225"/>
            <a:ext cx="1763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05" name="Google Shape;205;p30"/>
          <p:cNvSpPr txBox="1"/>
          <p:nvPr>
            <p:ph idx="1" type="subTitle"/>
          </p:nvPr>
        </p:nvSpPr>
        <p:spPr>
          <a:xfrm>
            <a:off x="5295600" y="1276125"/>
            <a:ext cx="2416200" cy="563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06" name="Google Shape;206;p30"/>
          <p:cNvSpPr txBox="1"/>
          <p:nvPr>
            <p:ph idx="2" type="title"/>
          </p:nvPr>
        </p:nvSpPr>
        <p:spPr>
          <a:xfrm>
            <a:off x="713225" y="2279700"/>
            <a:ext cx="3328800" cy="58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
        <p:nvSpPr>
          <p:cNvPr id="207" name="Google Shape;207;p30"/>
          <p:cNvSpPr txBox="1"/>
          <p:nvPr>
            <p:ph idx="3" type="title"/>
          </p:nvPr>
        </p:nvSpPr>
        <p:spPr>
          <a:xfrm>
            <a:off x="5621850" y="2460810"/>
            <a:ext cx="1763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08" name="Google Shape;208;p30"/>
          <p:cNvSpPr txBox="1"/>
          <p:nvPr>
            <p:ph idx="4" type="subTitle"/>
          </p:nvPr>
        </p:nvSpPr>
        <p:spPr>
          <a:xfrm>
            <a:off x="5295600" y="2709472"/>
            <a:ext cx="2416200" cy="563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09" name="Google Shape;209;p30"/>
          <p:cNvSpPr txBox="1"/>
          <p:nvPr>
            <p:ph idx="5" type="title"/>
          </p:nvPr>
        </p:nvSpPr>
        <p:spPr>
          <a:xfrm>
            <a:off x="5621850" y="3877419"/>
            <a:ext cx="1763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10" name="Google Shape;210;p30"/>
          <p:cNvSpPr txBox="1"/>
          <p:nvPr>
            <p:ph idx="6" type="subTitle"/>
          </p:nvPr>
        </p:nvSpPr>
        <p:spPr>
          <a:xfrm>
            <a:off x="5295600" y="4126082"/>
            <a:ext cx="2416200" cy="563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11" name="Google Shape;211;p30"/>
          <p:cNvSpPr/>
          <p:nvPr/>
        </p:nvSpPr>
        <p:spPr>
          <a:xfrm rot="10800000">
            <a:off x="6984125" y="-614375"/>
            <a:ext cx="3405900" cy="33024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12" name="Google Shape;212;p30"/>
          <p:cNvSpPr/>
          <p:nvPr/>
        </p:nvSpPr>
        <p:spPr>
          <a:xfrm rot="10800000">
            <a:off x="7044125" y="-709625"/>
            <a:ext cx="3405900" cy="3302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13" name="Google Shape;213;p30"/>
          <p:cNvSpPr/>
          <p:nvPr/>
        </p:nvSpPr>
        <p:spPr>
          <a:xfrm flipH="1">
            <a:off x="7963400" y="3988625"/>
            <a:ext cx="1355400" cy="13143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14" name="Google Shape;214;p30"/>
          <p:cNvSpPr/>
          <p:nvPr/>
        </p:nvSpPr>
        <p:spPr>
          <a:xfrm>
            <a:off x="7338200" y="4256000"/>
            <a:ext cx="2913300" cy="13665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
    <p:bg>
      <p:bgPr>
        <a:solidFill>
          <a:schemeClr val="accent5"/>
        </a:solidFill>
      </p:bgPr>
    </p:bg>
    <p:spTree>
      <p:nvGrpSpPr>
        <p:cNvPr id="215" name="Shape 215"/>
        <p:cNvGrpSpPr/>
        <p:nvPr/>
      </p:nvGrpSpPr>
      <p:grpSpPr>
        <a:xfrm>
          <a:off x="0" y="0"/>
          <a:ext cx="0" cy="0"/>
          <a:chOff x="0" y="0"/>
          <a:chExt cx="0" cy="0"/>
        </a:xfrm>
      </p:grpSpPr>
      <p:sp>
        <p:nvSpPr>
          <p:cNvPr id="216" name="Google Shape;216;p31"/>
          <p:cNvSpPr/>
          <p:nvPr/>
        </p:nvSpPr>
        <p:spPr>
          <a:xfrm>
            <a:off x="-522475" y="3430700"/>
            <a:ext cx="2292600" cy="208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1"/>
          <p:cNvSpPr txBox="1"/>
          <p:nvPr>
            <p:ph type="title"/>
          </p:nvPr>
        </p:nvSpPr>
        <p:spPr>
          <a:xfrm>
            <a:off x="892050" y="530725"/>
            <a:ext cx="73599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
        <p:nvSpPr>
          <p:cNvPr id="218" name="Google Shape;218;p31"/>
          <p:cNvSpPr/>
          <p:nvPr/>
        </p:nvSpPr>
        <p:spPr>
          <a:xfrm rot="10800000">
            <a:off x="7261800" y="-552525"/>
            <a:ext cx="2292600" cy="20841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1"/>
          <p:cNvSpPr/>
          <p:nvPr/>
        </p:nvSpPr>
        <p:spPr>
          <a:xfrm flipH="1">
            <a:off x="-2363425" y="4490900"/>
            <a:ext cx="5364900" cy="2516400"/>
          </a:xfrm>
          <a:prstGeom prst="triangle">
            <a:avLst>
              <a:gd fmla="val 50000"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1"/>
          <p:cNvSpPr/>
          <p:nvPr/>
        </p:nvSpPr>
        <p:spPr>
          <a:xfrm flipH="1" rot="-5400000">
            <a:off x="7959050" y="337625"/>
            <a:ext cx="2457300" cy="11526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1">
    <p:bg>
      <p:bgPr>
        <a:solidFill>
          <a:schemeClr val="accent5"/>
        </a:solidFill>
      </p:bgPr>
    </p:bg>
    <p:spTree>
      <p:nvGrpSpPr>
        <p:cNvPr id="221" name="Shape 221"/>
        <p:cNvGrpSpPr/>
        <p:nvPr/>
      </p:nvGrpSpPr>
      <p:grpSpPr>
        <a:xfrm>
          <a:off x="0" y="0"/>
          <a:ext cx="0" cy="0"/>
          <a:chOff x="0" y="0"/>
          <a:chExt cx="0" cy="0"/>
        </a:xfrm>
      </p:grpSpPr>
      <p:sp>
        <p:nvSpPr>
          <p:cNvPr id="222" name="Google Shape;222;p32"/>
          <p:cNvSpPr txBox="1"/>
          <p:nvPr>
            <p:ph type="title"/>
          </p:nvPr>
        </p:nvSpPr>
        <p:spPr>
          <a:xfrm>
            <a:off x="956375" y="3553059"/>
            <a:ext cx="1658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23" name="Google Shape;223;p32"/>
          <p:cNvSpPr txBox="1"/>
          <p:nvPr>
            <p:ph idx="1" type="subTitle"/>
          </p:nvPr>
        </p:nvSpPr>
        <p:spPr>
          <a:xfrm>
            <a:off x="713225" y="3828005"/>
            <a:ext cx="2145000" cy="733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24" name="Google Shape;224;p32"/>
          <p:cNvSpPr txBox="1"/>
          <p:nvPr>
            <p:ph idx="2" type="title"/>
          </p:nvPr>
        </p:nvSpPr>
        <p:spPr>
          <a:xfrm>
            <a:off x="6528925" y="3553059"/>
            <a:ext cx="1658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25" name="Google Shape;225;p32"/>
          <p:cNvSpPr txBox="1"/>
          <p:nvPr>
            <p:ph idx="3" type="subTitle"/>
          </p:nvPr>
        </p:nvSpPr>
        <p:spPr>
          <a:xfrm>
            <a:off x="6305275" y="3828005"/>
            <a:ext cx="2145000" cy="733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26" name="Google Shape;226;p32"/>
          <p:cNvSpPr txBox="1"/>
          <p:nvPr>
            <p:ph idx="4" type="title"/>
          </p:nvPr>
        </p:nvSpPr>
        <p:spPr>
          <a:xfrm>
            <a:off x="3752400" y="3553059"/>
            <a:ext cx="1658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27" name="Google Shape;227;p32"/>
          <p:cNvSpPr txBox="1"/>
          <p:nvPr>
            <p:ph idx="5" type="subTitle"/>
          </p:nvPr>
        </p:nvSpPr>
        <p:spPr>
          <a:xfrm>
            <a:off x="3509250" y="3828005"/>
            <a:ext cx="2145000" cy="733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28" name="Google Shape;228;p32"/>
          <p:cNvSpPr txBox="1"/>
          <p:nvPr>
            <p:ph idx="6" type="title"/>
          </p:nvPr>
        </p:nvSpPr>
        <p:spPr>
          <a:xfrm>
            <a:off x="1687950" y="530725"/>
            <a:ext cx="57681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1_1_3_1">
    <p:bg>
      <p:bgPr>
        <a:solidFill>
          <a:schemeClr val="accent5"/>
        </a:solidFill>
      </p:bgPr>
    </p:bg>
    <p:spTree>
      <p:nvGrpSpPr>
        <p:cNvPr id="229" name="Shape 229"/>
        <p:cNvGrpSpPr/>
        <p:nvPr/>
      </p:nvGrpSpPr>
      <p:grpSpPr>
        <a:xfrm>
          <a:off x="0" y="0"/>
          <a:ext cx="0" cy="0"/>
          <a:chOff x="0" y="0"/>
          <a:chExt cx="0" cy="0"/>
        </a:xfrm>
      </p:grpSpPr>
      <p:sp>
        <p:nvSpPr>
          <p:cNvPr id="230" name="Google Shape;230;p33"/>
          <p:cNvSpPr txBox="1"/>
          <p:nvPr>
            <p:ph type="title"/>
          </p:nvPr>
        </p:nvSpPr>
        <p:spPr>
          <a:xfrm>
            <a:off x="2056190" y="2074300"/>
            <a:ext cx="2227200" cy="325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31" name="Google Shape;231;p33"/>
          <p:cNvSpPr txBox="1"/>
          <p:nvPr>
            <p:ph idx="1" type="subTitle"/>
          </p:nvPr>
        </p:nvSpPr>
        <p:spPr>
          <a:xfrm>
            <a:off x="2056192" y="2332425"/>
            <a:ext cx="2227200" cy="50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32" name="Google Shape;232;p33"/>
          <p:cNvSpPr txBox="1"/>
          <p:nvPr>
            <p:ph idx="2" type="title"/>
          </p:nvPr>
        </p:nvSpPr>
        <p:spPr>
          <a:xfrm>
            <a:off x="2056190" y="3402924"/>
            <a:ext cx="2227200" cy="325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33" name="Google Shape;233;p33"/>
          <p:cNvSpPr txBox="1"/>
          <p:nvPr>
            <p:ph idx="3" type="subTitle"/>
          </p:nvPr>
        </p:nvSpPr>
        <p:spPr>
          <a:xfrm>
            <a:off x="2056192" y="3661050"/>
            <a:ext cx="2227200" cy="50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34" name="Google Shape;234;p33"/>
          <p:cNvSpPr txBox="1"/>
          <p:nvPr>
            <p:ph idx="4" type="title"/>
          </p:nvPr>
        </p:nvSpPr>
        <p:spPr>
          <a:xfrm>
            <a:off x="5444664" y="2074300"/>
            <a:ext cx="2227200" cy="325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35" name="Google Shape;235;p33"/>
          <p:cNvSpPr txBox="1"/>
          <p:nvPr>
            <p:ph idx="5" type="subTitle"/>
          </p:nvPr>
        </p:nvSpPr>
        <p:spPr>
          <a:xfrm>
            <a:off x="5444664" y="2332425"/>
            <a:ext cx="2227200" cy="50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36" name="Google Shape;236;p33"/>
          <p:cNvSpPr txBox="1"/>
          <p:nvPr>
            <p:ph idx="6" type="title"/>
          </p:nvPr>
        </p:nvSpPr>
        <p:spPr>
          <a:xfrm>
            <a:off x="5444664" y="3402925"/>
            <a:ext cx="2227200" cy="325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37" name="Google Shape;237;p33"/>
          <p:cNvSpPr txBox="1"/>
          <p:nvPr>
            <p:ph idx="7" type="subTitle"/>
          </p:nvPr>
        </p:nvSpPr>
        <p:spPr>
          <a:xfrm>
            <a:off x="5444664" y="3661050"/>
            <a:ext cx="2227200" cy="50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38" name="Google Shape;238;p33"/>
          <p:cNvSpPr/>
          <p:nvPr/>
        </p:nvSpPr>
        <p:spPr>
          <a:xfrm>
            <a:off x="-1462325" y="2386850"/>
            <a:ext cx="3405900" cy="3302400"/>
          </a:xfrm>
          <a:prstGeom prst="rtTriangl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39" name="Google Shape;239;p33"/>
          <p:cNvSpPr/>
          <p:nvPr/>
        </p:nvSpPr>
        <p:spPr>
          <a:xfrm>
            <a:off x="-1681400" y="2482100"/>
            <a:ext cx="3405900" cy="33024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40" name="Google Shape;240;p33"/>
          <p:cNvSpPr/>
          <p:nvPr/>
        </p:nvSpPr>
        <p:spPr>
          <a:xfrm rot="10800000">
            <a:off x="6132775" y="-915550"/>
            <a:ext cx="3405900" cy="33024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41" name="Google Shape;241;p33"/>
          <p:cNvSpPr txBox="1"/>
          <p:nvPr>
            <p:ph idx="8" type="title"/>
          </p:nvPr>
        </p:nvSpPr>
        <p:spPr>
          <a:xfrm>
            <a:off x="716550" y="530725"/>
            <a:ext cx="77109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
  <p:cSld name="CUSTOM_29">
    <p:bg>
      <p:bgPr>
        <a:solidFill>
          <a:schemeClr val="accent5"/>
        </a:solidFill>
      </p:bgPr>
    </p:bg>
    <p:spTree>
      <p:nvGrpSpPr>
        <p:cNvPr id="242" name="Shape 242"/>
        <p:cNvGrpSpPr/>
        <p:nvPr/>
      </p:nvGrpSpPr>
      <p:grpSpPr>
        <a:xfrm>
          <a:off x="0" y="0"/>
          <a:ext cx="0" cy="0"/>
          <a:chOff x="0" y="0"/>
          <a:chExt cx="0" cy="0"/>
        </a:xfrm>
      </p:grpSpPr>
      <p:sp>
        <p:nvSpPr>
          <p:cNvPr id="243" name="Google Shape;243;p34"/>
          <p:cNvSpPr/>
          <p:nvPr/>
        </p:nvSpPr>
        <p:spPr>
          <a:xfrm>
            <a:off x="-3485600" y="1687000"/>
            <a:ext cx="7403100" cy="3794100"/>
          </a:xfrm>
          <a:prstGeom prst="triangle">
            <a:avLst>
              <a:gd fmla="val 50000"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4"/>
          <p:cNvSpPr/>
          <p:nvPr/>
        </p:nvSpPr>
        <p:spPr>
          <a:xfrm>
            <a:off x="779625" y="1433800"/>
            <a:ext cx="7737300" cy="3171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4"/>
          <p:cNvSpPr txBox="1"/>
          <p:nvPr>
            <p:ph type="title"/>
          </p:nvPr>
        </p:nvSpPr>
        <p:spPr>
          <a:xfrm>
            <a:off x="1043779" y="1830575"/>
            <a:ext cx="1897500" cy="401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800"/>
              <a:buNone/>
              <a:defRPr b="1" sz="1800">
                <a:solidFill>
                  <a:schemeClr val="lt1"/>
                </a:solidFill>
              </a:defRPr>
            </a:lvl1pPr>
            <a:lvl2pPr lvl="1" algn="ctr">
              <a:spcBef>
                <a:spcPts val="0"/>
              </a:spcBef>
              <a:spcAft>
                <a:spcPts val="0"/>
              </a:spcAft>
              <a:buClr>
                <a:schemeClr val="lt1"/>
              </a:buClr>
              <a:buSzPts val="1800"/>
              <a:buNone/>
              <a:defRPr sz="1800">
                <a:solidFill>
                  <a:schemeClr val="lt1"/>
                </a:solidFill>
              </a:defRPr>
            </a:lvl2pPr>
            <a:lvl3pPr lvl="2" algn="ctr">
              <a:spcBef>
                <a:spcPts val="0"/>
              </a:spcBef>
              <a:spcAft>
                <a:spcPts val="0"/>
              </a:spcAft>
              <a:buClr>
                <a:schemeClr val="lt1"/>
              </a:buClr>
              <a:buSzPts val="1800"/>
              <a:buNone/>
              <a:defRPr sz="1800">
                <a:solidFill>
                  <a:schemeClr val="lt1"/>
                </a:solidFill>
              </a:defRPr>
            </a:lvl3pPr>
            <a:lvl4pPr lvl="3" algn="ctr">
              <a:spcBef>
                <a:spcPts val="0"/>
              </a:spcBef>
              <a:spcAft>
                <a:spcPts val="0"/>
              </a:spcAft>
              <a:buClr>
                <a:schemeClr val="lt1"/>
              </a:buClr>
              <a:buSzPts val="1800"/>
              <a:buNone/>
              <a:defRPr sz="1800">
                <a:solidFill>
                  <a:schemeClr val="lt1"/>
                </a:solidFill>
              </a:defRPr>
            </a:lvl4pPr>
            <a:lvl5pPr lvl="4" algn="ctr">
              <a:spcBef>
                <a:spcPts val="0"/>
              </a:spcBef>
              <a:spcAft>
                <a:spcPts val="0"/>
              </a:spcAft>
              <a:buClr>
                <a:schemeClr val="lt1"/>
              </a:buClr>
              <a:buSzPts val="1800"/>
              <a:buNone/>
              <a:defRPr sz="1800">
                <a:solidFill>
                  <a:schemeClr val="lt1"/>
                </a:solidFill>
              </a:defRPr>
            </a:lvl5pPr>
            <a:lvl6pPr lvl="5" algn="ctr">
              <a:spcBef>
                <a:spcPts val="0"/>
              </a:spcBef>
              <a:spcAft>
                <a:spcPts val="0"/>
              </a:spcAft>
              <a:buClr>
                <a:schemeClr val="lt1"/>
              </a:buClr>
              <a:buSzPts val="1800"/>
              <a:buNone/>
              <a:defRPr sz="1800">
                <a:solidFill>
                  <a:schemeClr val="lt1"/>
                </a:solidFill>
              </a:defRPr>
            </a:lvl6pPr>
            <a:lvl7pPr lvl="6" algn="ctr">
              <a:spcBef>
                <a:spcPts val="0"/>
              </a:spcBef>
              <a:spcAft>
                <a:spcPts val="0"/>
              </a:spcAft>
              <a:buClr>
                <a:schemeClr val="lt1"/>
              </a:buClr>
              <a:buSzPts val="1800"/>
              <a:buNone/>
              <a:defRPr sz="1800">
                <a:solidFill>
                  <a:schemeClr val="lt1"/>
                </a:solidFill>
              </a:defRPr>
            </a:lvl7pPr>
            <a:lvl8pPr lvl="7" algn="ctr">
              <a:spcBef>
                <a:spcPts val="0"/>
              </a:spcBef>
              <a:spcAft>
                <a:spcPts val="0"/>
              </a:spcAft>
              <a:buClr>
                <a:schemeClr val="lt1"/>
              </a:buClr>
              <a:buSzPts val="1800"/>
              <a:buNone/>
              <a:defRPr sz="1800">
                <a:solidFill>
                  <a:schemeClr val="lt1"/>
                </a:solidFill>
              </a:defRPr>
            </a:lvl8pPr>
            <a:lvl9pPr lvl="8" algn="ctr">
              <a:spcBef>
                <a:spcPts val="0"/>
              </a:spcBef>
              <a:spcAft>
                <a:spcPts val="0"/>
              </a:spcAft>
              <a:buClr>
                <a:schemeClr val="lt1"/>
              </a:buClr>
              <a:buSzPts val="1800"/>
              <a:buNone/>
              <a:defRPr sz="1800">
                <a:solidFill>
                  <a:schemeClr val="lt1"/>
                </a:solidFill>
              </a:defRPr>
            </a:lvl9pPr>
          </a:lstStyle>
          <a:p/>
        </p:txBody>
      </p:sp>
      <p:sp>
        <p:nvSpPr>
          <p:cNvPr id="246" name="Google Shape;246;p34"/>
          <p:cNvSpPr txBox="1"/>
          <p:nvPr>
            <p:ph idx="1" type="subTitle"/>
          </p:nvPr>
        </p:nvSpPr>
        <p:spPr>
          <a:xfrm>
            <a:off x="1059229" y="2140283"/>
            <a:ext cx="1866600" cy="528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2pPr>
            <a:lvl3pPr lvl="2"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3pPr>
            <a:lvl4pPr lvl="3"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4pPr>
            <a:lvl5pPr lvl="4"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5pPr>
            <a:lvl6pPr lvl="5"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6pPr>
            <a:lvl7pPr lvl="6"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7pPr>
            <a:lvl8pPr lvl="7"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8pPr>
            <a:lvl9pPr lvl="8"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9pPr>
          </a:lstStyle>
          <a:p/>
        </p:txBody>
      </p:sp>
      <p:sp>
        <p:nvSpPr>
          <p:cNvPr id="247" name="Google Shape;247;p34"/>
          <p:cNvSpPr txBox="1"/>
          <p:nvPr>
            <p:ph idx="2" type="title"/>
          </p:nvPr>
        </p:nvSpPr>
        <p:spPr>
          <a:xfrm>
            <a:off x="1043779" y="3280851"/>
            <a:ext cx="1897500" cy="401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800"/>
              <a:buNone/>
              <a:defRPr b="1" sz="1800">
                <a:solidFill>
                  <a:schemeClr val="lt1"/>
                </a:solidFill>
              </a:defRPr>
            </a:lvl1pPr>
            <a:lvl2pPr lvl="1" algn="ctr">
              <a:spcBef>
                <a:spcPts val="0"/>
              </a:spcBef>
              <a:spcAft>
                <a:spcPts val="0"/>
              </a:spcAft>
              <a:buClr>
                <a:schemeClr val="lt1"/>
              </a:buClr>
              <a:buSzPts val="1800"/>
              <a:buNone/>
              <a:defRPr sz="1800">
                <a:solidFill>
                  <a:schemeClr val="lt1"/>
                </a:solidFill>
              </a:defRPr>
            </a:lvl2pPr>
            <a:lvl3pPr lvl="2" algn="ctr">
              <a:spcBef>
                <a:spcPts val="0"/>
              </a:spcBef>
              <a:spcAft>
                <a:spcPts val="0"/>
              </a:spcAft>
              <a:buClr>
                <a:schemeClr val="lt1"/>
              </a:buClr>
              <a:buSzPts val="1800"/>
              <a:buNone/>
              <a:defRPr sz="1800">
                <a:solidFill>
                  <a:schemeClr val="lt1"/>
                </a:solidFill>
              </a:defRPr>
            </a:lvl3pPr>
            <a:lvl4pPr lvl="3" algn="ctr">
              <a:spcBef>
                <a:spcPts val="0"/>
              </a:spcBef>
              <a:spcAft>
                <a:spcPts val="0"/>
              </a:spcAft>
              <a:buClr>
                <a:schemeClr val="lt1"/>
              </a:buClr>
              <a:buSzPts val="1800"/>
              <a:buNone/>
              <a:defRPr sz="1800">
                <a:solidFill>
                  <a:schemeClr val="lt1"/>
                </a:solidFill>
              </a:defRPr>
            </a:lvl4pPr>
            <a:lvl5pPr lvl="4" algn="ctr">
              <a:spcBef>
                <a:spcPts val="0"/>
              </a:spcBef>
              <a:spcAft>
                <a:spcPts val="0"/>
              </a:spcAft>
              <a:buClr>
                <a:schemeClr val="lt1"/>
              </a:buClr>
              <a:buSzPts val="1800"/>
              <a:buNone/>
              <a:defRPr sz="1800">
                <a:solidFill>
                  <a:schemeClr val="lt1"/>
                </a:solidFill>
              </a:defRPr>
            </a:lvl5pPr>
            <a:lvl6pPr lvl="5" algn="ctr">
              <a:spcBef>
                <a:spcPts val="0"/>
              </a:spcBef>
              <a:spcAft>
                <a:spcPts val="0"/>
              </a:spcAft>
              <a:buClr>
                <a:schemeClr val="lt1"/>
              </a:buClr>
              <a:buSzPts val="1800"/>
              <a:buNone/>
              <a:defRPr sz="1800">
                <a:solidFill>
                  <a:schemeClr val="lt1"/>
                </a:solidFill>
              </a:defRPr>
            </a:lvl6pPr>
            <a:lvl7pPr lvl="6" algn="ctr">
              <a:spcBef>
                <a:spcPts val="0"/>
              </a:spcBef>
              <a:spcAft>
                <a:spcPts val="0"/>
              </a:spcAft>
              <a:buClr>
                <a:schemeClr val="lt1"/>
              </a:buClr>
              <a:buSzPts val="1800"/>
              <a:buNone/>
              <a:defRPr sz="1800">
                <a:solidFill>
                  <a:schemeClr val="lt1"/>
                </a:solidFill>
              </a:defRPr>
            </a:lvl7pPr>
            <a:lvl8pPr lvl="7" algn="ctr">
              <a:spcBef>
                <a:spcPts val="0"/>
              </a:spcBef>
              <a:spcAft>
                <a:spcPts val="0"/>
              </a:spcAft>
              <a:buClr>
                <a:schemeClr val="lt1"/>
              </a:buClr>
              <a:buSzPts val="1800"/>
              <a:buNone/>
              <a:defRPr sz="1800">
                <a:solidFill>
                  <a:schemeClr val="lt1"/>
                </a:solidFill>
              </a:defRPr>
            </a:lvl8pPr>
            <a:lvl9pPr lvl="8" algn="ctr">
              <a:spcBef>
                <a:spcPts val="0"/>
              </a:spcBef>
              <a:spcAft>
                <a:spcPts val="0"/>
              </a:spcAft>
              <a:buClr>
                <a:schemeClr val="lt1"/>
              </a:buClr>
              <a:buSzPts val="1800"/>
              <a:buNone/>
              <a:defRPr sz="1800">
                <a:solidFill>
                  <a:schemeClr val="lt1"/>
                </a:solidFill>
              </a:defRPr>
            </a:lvl9pPr>
          </a:lstStyle>
          <a:p/>
        </p:txBody>
      </p:sp>
      <p:sp>
        <p:nvSpPr>
          <p:cNvPr id="248" name="Google Shape;248;p34"/>
          <p:cNvSpPr txBox="1"/>
          <p:nvPr>
            <p:ph idx="3" type="subTitle"/>
          </p:nvPr>
        </p:nvSpPr>
        <p:spPr>
          <a:xfrm>
            <a:off x="1059229" y="3614442"/>
            <a:ext cx="1866600" cy="528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2pPr>
            <a:lvl3pPr lvl="2"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3pPr>
            <a:lvl4pPr lvl="3"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4pPr>
            <a:lvl5pPr lvl="4"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5pPr>
            <a:lvl6pPr lvl="5"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6pPr>
            <a:lvl7pPr lvl="6"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7pPr>
            <a:lvl8pPr lvl="7"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8pPr>
            <a:lvl9pPr lvl="8"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9pPr>
          </a:lstStyle>
          <a:p/>
        </p:txBody>
      </p:sp>
      <p:sp>
        <p:nvSpPr>
          <p:cNvPr id="249" name="Google Shape;249;p34"/>
          <p:cNvSpPr txBox="1"/>
          <p:nvPr>
            <p:ph idx="4" type="title"/>
          </p:nvPr>
        </p:nvSpPr>
        <p:spPr>
          <a:xfrm>
            <a:off x="3631360" y="1830575"/>
            <a:ext cx="1881900" cy="401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800"/>
              <a:buNone/>
              <a:defRPr b="1" sz="1800">
                <a:solidFill>
                  <a:schemeClr val="lt1"/>
                </a:solidFill>
              </a:defRPr>
            </a:lvl1pPr>
            <a:lvl2pPr lvl="1" algn="ctr">
              <a:spcBef>
                <a:spcPts val="0"/>
              </a:spcBef>
              <a:spcAft>
                <a:spcPts val="0"/>
              </a:spcAft>
              <a:buClr>
                <a:schemeClr val="lt1"/>
              </a:buClr>
              <a:buSzPts val="1800"/>
              <a:buNone/>
              <a:defRPr sz="1800">
                <a:solidFill>
                  <a:schemeClr val="lt1"/>
                </a:solidFill>
              </a:defRPr>
            </a:lvl2pPr>
            <a:lvl3pPr lvl="2" algn="ctr">
              <a:spcBef>
                <a:spcPts val="0"/>
              </a:spcBef>
              <a:spcAft>
                <a:spcPts val="0"/>
              </a:spcAft>
              <a:buClr>
                <a:schemeClr val="lt1"/>
              </a:buClr>
              <a:buSzPts val="1800"/>
              <a:buNone/>
              <a:defRPr sz="1800">
                <a:solidFill>
                  <a:schemeClr val="lt1"/>
                </a:solidFill>
              </a:defRPr>
            </a:lvl3pPr>
            <a:lvl4pPr lvl="3" algn="ctr">
              <a:spcBef>
                <a:spcPts val="0"/>
              </a:spcBef>
              <a:spcAft>
                <a:spcPts val="0"/>
              </a:spcAft>
              <a:buClr>
                <a:schemeClr val="lt1"/>
              </a:buClr>
              <a:buSzPts val="1800"/>
              <a:buNone/>
              <a:defRPr sz="1800">
                <a:solidFill>
                  <a:schemeClr val="lt1"/>
                </a:solidFill>
              </a:defRPr>
            </a:lvl4pPr>
            <a:lvl5pPr lvl="4" algn="ctr">
              <a:spcBef>
                <a:spcPts val="0"/>
              </a:spcBef>
              <a:spcAft>
                <a:spcPts val="0"/>
              </a:spcAft>
              <a:buClr>
                <a:schemeClr val="lt1"/>
              </a:buClr>
              <a:buSzPts val="1800"/>
              <a:buNone/>
              <a:defRPr sz="1800">
                <a:solidFill>
                  <a:schemeClr val="lt1"/>
                </a:solidFill>
              </a:defRPr>
            </a:lvl5pPr>
            <a:lvl6pPr lvl="5" algn="ctr">
              <a:spcBef>
                <a:spcPts val="0"/>
              </a:spcBef>
              <a:spcAft>
                <a:spcPts val="0"/>
              </a:spcAft>
              <a:buClr>
                <a:schemeClr val="lt1"/>
              </a:buClr>
              <a:buSzPts val="1800"/>
              <a:buNone/>
              <a:defRPr sz="1800">
                <a:solidFill>
                  <a:schemeClr val="lt1"/>
                </a:solidFill>
              </a:defRPr>
            </a:lvl6pPr>
            <a:lvl7pPr lvl="6" algn="ctr">
              <a:spcBef>
                <a:spcPts val="0"/>
              </a:spcBef>
              <a:spcAft>
                <a:spcPts val="0"/>
              </a:spcAft>
              <a:buClr>
                <a:schemeClr val="lt1"/>
              </a:buClr>
              <a:buSzPts val="1800"/>
              <a:buNone/>
              <a:defRPr sz="1800">
                <a:solidFill>
                  <a:schemeClr val="lt1"/>
                </a:solidFill>
              </a:defRPr>
            </a:lvl7pPr>
            <a:lvl8pPr lvl="7" algn="ctr">
              <a:spcBef>
                <a:spcPts val="0"/>
              </a:spcBef>
              <a:spcAft>
                <a:spcPts val="0"/>
              </a:spcAft>
              <a:buClr>
                <a:schemeClr val="lt1"/>
              </a:buClr>
              <a:buSzPts val="1800"/>
              <a:buNone/>
              <a:defRPr sz="1800">
                <a:solidFill>
                  <a:schemeClr val="lt1"/>
                </a:solidFill>
              </a:defRPr>
            </a:lvl8pPr>
            <a:lvl9pPr lvl="8" algn="ctr">
              <a:spcBef>
                <a:spcPts val="0"/>
              </a:spcBef>
              <a:spcAft>
                <a:spcPts val="0"/>
              </a:spcAft>
              <a:buClr>
                <a:schemeClr val="lt1"/>
              </a:buClr>
              <a:buSzPts val="1800"/>
              <a:buNone/>
              <a:defRPr sz="1800">
                <a:solidFill>
                  <a:schemeClr val="lt1"/>
                </a:solidFill>
              </a:defRPr>
            </a:lvl9pPr>
          </a:lstStyle>
          <a:p/>
        </p:txBody>
      </p:sp>
      <p:sp>
        <p:nvSpPr>
          <p:cNvPr id="250" name="Google Shape;250;p34"/>
          <p:cNvSpPr txBox="1"/>
          <p:nvPr>
            <p:ph idx="5" type="subTitle"/>
          </p:nvPr>
        </p:nvSpPr>
        <p:spPr>
          <a:xfrm>
            <a:off x="3639010" y="2140276"/>
            <a:ext cx="1866600" cy="528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2pPr>
            <a:lvl3pPr lvl="2"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3pPr>
            <a:lvl4pPr lvl="3"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4pPr>
            <a:lvl5pPr lvl="4"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5pPr>
            <a:lvl6pPr lvl="5"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6pPr>
            <a:lvl7pPr lvl="6"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7pPr>
            <a:lvl8pPr lvl="7"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8pPr>
            <a:lvl9pPr lvl="8"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9pPr>
          </a:lstStyle>
          <a:p/>
        </p:txBody>
      </p:sp>
      <p:sp>
        <p:nvSpPr>
          <p:cNvPr id="251" name="Google Shape;251;p34"/>
          <p:cNvSpPr txBox="1"/>
          <p:nvPr>
            <p:ph idx="6" type="title"/>
          </p:nvPr>
        </p:nvSpPr>
        <p:spPr>
          <a:xfrm>
            <a:off x="3631360" y="3280851"/>
            <a:ext cx="1881900" cy="401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800"/>
              <a:buNone/>
              <a:defRPr b="1" sz="1800">
                <a:solidFill>
                  <a:schemeClr val="lt1"/>
                </a:solidFill>
              </a:defRPr>
            </a:lvl1pPr>
            <a:lvl2pPr lvl="1" algn="ctr">
              <a:spcBef>
                <a:spcPts val="0"/>
              </a:spcBef>
              <a:spcAft>
                <a:spcPts val="0"/>
              </a:spcAft>
              <a:buClr>
                <a:schemeClr val="lt1"/>
              </a:buClr>
              <a:buSzPts val="1800"/>
              <a:buNone/>
              <a:defRPr sz="1800">
                <a:solidFill>
                  <a:schemeClr val="lt1"/>
                </a:solidFill>
              </a:defRPr>
            </a:lvl2pPr>
            <a:lvl3pPr lvl="2" algn="ctr">
              <a:spcBef>
                <a:spcPts val="0"/>
              </a:spcBef>
              <a:spcAft>
                <a:spcPts val="0"/>
              </a:spcAft>
              <a:buClr>
                <a:schemeClr val="lt1"/>
              </a:buClr>
              <a:buSzPts val="1800"/>
              <a:buNone/>
              <a:defRPr sz="1800">
                <a:solidFill>
                  <a:schemeClr val="lt1"/>
                </a:solidFill>
              </a:defRPr>
            </a:lvl3pPr>
            <a:lvl4pPr lvl="3" algn="ctr">
              <a:spcBef>
                <a:spcPts val="0"/>
              </a:spcBef>
              <a:spcAft>
                <a:spcPts val="0"/>
              </a:spcAft>
              <a:buClr>
                <a:schemeClr val="lt1"/>
              </a:buClr>
              <a:buSzPts val="1800"/>
              <a:buNone/>
              <a:defRPr sz="1800">
                <a:solidFill>
                  <a:schemeClr val="lt1"/>
                </a:solidFill>
              </a:defRPr>
            </a:lvl4pPr>
            <a:lvl5pPr lvl="4" algn="ctr">
              <a:spcBef>
                <a:spcPts val="0"/>
              </a:spcBef>
              <a:spcAft>
                <a:spcPts val="0"/>
              </a:spcAft>
              <a:buClr>
                <a:schemeClr val="lt1"/>
              </a:buClr>
              <a:buSzPts val="1800"/>
              <a:buNone/>
              <a:defRPr sz="1800">
                <a:solidFill>
                  <a:schemeClr val="lt1"/>
                </a:solidFill>
              </a:defRPr>
            </a:lvl5pPr>
            <a:lvl6pPr lvl="5" algn="ctr">
              <a:spcBef>
                <a:spcPts val="0"/>
              </a:spcBef>
              <a:spcAft>
                <a:spcPts val="0"/>
              </a:spcAft>
              <a:buClr>
                <a:schemeClr val="lt1"/>
              </a:buClr>
              <a:buSzPts val="1800"/>
              <a:buNone/>
              <a:defRPr sz="1800">
                <a:solidFill>
                  <a:schemeClr val="lt1"/>
                </a:solidFill>
              </a:defRPr>
            </a:lvl6pPr>
            <a:lvl7pPr lvl="6" algn="ctr">
              <a:spcBef>
                <a:spcPts val="0"/>
              </a:spcBef>
              <a:spcAft>
                <a:spcPts val="0"/>
              </a:spcAft>
              <a:buClr>
                <a:schemeClr val="lt1"/>
              </a:buClr>
              <a:buSzPts val="1800"/>
              <a:buNone/>
              <a:defRPr sz="1800">
                <a:solidFill>
                  <a:schemeClr val="lt1"/>
                </a:solidFill>
              </a:defRPr>
            </a:lvl7pPr>
            <a:lvl8pPr lvl="7" algn="ctr">
              <a:spcBef>
                <a:spcPts val="0"/>
              </a:spcBef>
              <a:spcAft>
                <a:spcPts val="0"/>
              </a:spcAft>
              <a:buClr>
                <a:schemeClr val="lt1"/>
              </a:buClr>
              <a:buSzPts val="1800"/>
              <a:buNone/>
              <a:defRPr sz="1800">
                <a:solidFill>
                  <a:schemeClr val="lt1"/>
                </a:solidFill>
              </a:defRPr>
            </a:lvl8pPr>
            <a:lvl9pPr lvl="8" algn="ctr">
              <a:spcBef>
                <a:spcPts val="0"/>
              </a:spcBef>
              <a:spcAft>
                <a:spcPts val="0"/>
              </a:spcAft>
              <a:buClr>
                <a:schemeClr val="lt1"/>
              </a:buClr>
              <a:buSzPts val="1800"/>
              <a:buNone/>
              <a:defRPr sz="1800">
                <a:solidFill>
                  <a:schemeClr val="lt1"/>
                </a:solidFill>
              </a:defRPr>
            </a:lvl9pPr>
          </a:lstStyle>
          <a:p/>
        </p:txBody>
      </p:sp>
      <p:sp>
        <p:nvSpPr>
          <p:cNvPr id="252" name="Google Shape;252;p34"/>
          <p:cNvSpPr txBox="1"/>
          <p:nvPr>
            <p:ph idx="7" type="subTitle"/>
          </p:nvPr>
        </p:nvSpPr>
        <p:spPr>
          <a:xfrm>
            <a:off x="3639010" y="3614442"/>
            <a:ext cx="1866600" cy="528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2pPr>
            <a:lvl3pPr lvl="2"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3pPr>
            <a:lvl4pPr lvl="3"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4pPr>
            <a:lvl5pPr lvl="4"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5pPr>
            <a:lvl6pPr lvl="5"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6pPr>
            <a:lvl7pPr lvl="6"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7pPr>
            <a:lvl8pPr lvl="7"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8pPr>
            <a:lvl9pPr lvl="8"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9pPr>
          </a:lstStyle>
          <a:p/>
        </p:txBody>
      </p:sp>
      <p:sp>
        <p:nvSpPr>
          <p:cNvPr id="253" name="Google Shape;253;p34"/>
          <p:cNvSpPr txBox="1"/>
          <p:nvPr>
            <p:ph idx="8" type="title"/>
          </p:nvPr>
        </p:nvSpPr>
        <p:spPr>
          <a:xfrm>
            <a:off x="6215127" y="1830575"/>
            <a:ext cx="1875600" cy="401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800"/>
              <a:buNone/>
              <a:defRPr b="1" sz="1800">
                <a:solidFill>
                  <a:schemeClr val="lt1"/>
                </a:solidFill>
              </a:defRPr>
            </a:lvl1pPr>
            <a:lvl2pPr lvl="1" algn="ctr">
              <a:spcBef>
                <a:spcPts val="0"/>
              </a:spcBef>
              <a:spcAft>
                <a:spcPts val="0"/>
              </a:spcAft>
              <a:buClr>
                <a:schemeClr val="lt1"/>
              </a:buClr>
              <a:buSzPts val="1800"/>
              <a:buNone/>
              <a:defRPr sz="1800">
                <a:solidFill>
                  <a:schemeClr val="lt1"/>
                </a:solidFill>
              </a:defRPr>
            </a:lvl2pPr>
            <a:lvl3pPr lvl="2" algn="ctr">
              <a:spcBef>
                <a:spcPts val="0"/>
              </a:spcBef>
              <a:spcAft>
                <a:spcPts val="0"/>
              </a:spcAft>
              <a:buClr>
                <a:schemeClr val="lt1"/>
              </a:buClr>
              <a:buSzPts val="1800"/>
              <a:buNone/>
              <a:defRPr sz="1800">
                <a:solidFill>
                  <a:schemeClr val="lt1"/>
                </a:solidFill>
              </a:defRPr>
            </a:lvl3pPr>
            <a:lvl4pPr lvl="3" algn="ctr">
              <a:spcBef>
                <a:spcPts val="0"/>
              </a:spcBef>
              <a:spcAft>
                <a:spcPts val="0"/>
              </a:spcAft>
              <a:buClr>
                <a:schemeClr val="lt1"/>
              </a:buClr>
              <a:buSzPts val="1800"/>
              <a:buNone/>
              <a:defRPr sz="1800">
                <a:solidFill>
                  <a:schemeClr val="lt1"/>
                </a:solidFill>
              </a:defRPr>
            </a:lvl4pPr>
            <a:lvl5pPr lvl="4" algn="ctr">
              <a:spcBef>
                <a:spcPts val="0"/>
              </a:spcBef>
              <a:spcAft>
                <a:spcPts val="0"/>
              </a:spcAft>
              <a:buClr>
                <a:schemeClr val="lt1"/>
              </a:buClr>
              <a:buSzPts val="1800"/>
              <a:buNone/>
              <a:defRPr sz="1800">
                <a:solidFill>
                  <a:schemeClr val="lt1"/>
                </a:solidFill>
              </a:defRPr>
            </a:lvl5pPr>
            <a:lvl6pPr lvl="5" algn="ctr">
              <a:spcBef>
                <a:spcPts val="0"/>
              </a:spcBef>
              <a:spcAft>
                <a:spcPts val="0"/>
              </a:spcAft>
              <a:buClr>
                <a:schemeClr val="lt1"/>
              </a:buClr>
              <a:buSzPts val="1800"/>
              <a:buNone/>
              <a:defRPr sz="1800">
                <a:solidFill>
                  <a:schemeClr val="lt1"/>
                </a:solidFill>
              </a:defRPr>
            </a:lvl6pPr>
            <a:lvl7pPr lvl="6" algn="ctr">
              <a:spcBef>
                <a:spcPts val="0"/>
              </a:spcBef>
              <a:spcAft>
                <a:spcPts val="0"/>
              </a:spcAft>
              <a:buClr>
                <a:schemeClr val="lt1"/>
              </a:buClr>
              <a:buSzPts val="1800"/>
              <a:buNone/>
              <a:defRPr sz="1800">
                <a:solidFill>
                  <a:schemeClr val="lt1"/>
                </a:solidFill>
              </a:defRPr>
            </a:lvl7pPr>
            <a:lvl8pPr lvl="7" algn="ctr">
              <a:spcBef>
                <a:spcPts val="0"/>
              </a:spcBef>
              <a:spcAft>
                <a:spcPts val="0"/>
              </a:spcAft>
              <a:buClr>
                <a:schemeClr val="lt1"/>
              </a:buClr>
              <a:buSzPts val="1800"/>
              <a:buNone/>
              <a:defRPr sz="1800">
                <a:solidFill>
                  <a:schemeClr val="lt1"/>
                </a:solidFill>
              </a:defRPr>
            </a:lvl8pPr>
            <a:lvl9pPr lvl="8" algn="ctr">
              <a:spcBef>
                <a:spcPts val="0"/>
              </a:spcBef>
              <a:spcAft>
                <a:spcPts val="0"/>
              </a:spcAft>
              <a:buClr>
                <a:schemeClr val="lt1"/>
              </a:buClr>
              <a:buSzPts val="1800"/>
              <a:buNone/>
              <a:defRPr sz="1800">
                <a:solidFill>
                  <a:schemeClr val="lt1"/>
                </a:solidFill>
              </a:defRPr>
            </a:lvl9pPr>
          </a:lstStyle>
          <a:p/>
        </p:txBody>
      </p:sp>
      <p:sp>
        <p:nvSpPr>
          <p:cNvPr id="254" name="Google Shape;254;p34"/>
          <p:cNvSpPr txBox="1"/>
          <p:nvPr>
            <p:ph idx="9" type="subTitle"/>
          </p:nvPr>
        </p:nvSpPr>
        <p:spPr>
          <a:xfrm>
            <a:off x="6219627" y="2140276"/>
            <a:ext cx="1866600" cy="528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2pPr>
            <a:lvl3pPr lvl="2"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3pPr>
            <a:lvl4pPr lvl="3"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4pPr>
            <a:lvl5pPr lvl="4"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5pPr>
            <a:lvl6pPr lvl="5"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6pPr>
            <a:lvl7pPr lvl="6"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7pPr>
            <a:lvl8pPr lvl="7"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8pPr>
            <a:lvl9pPr lvl="8"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9pPr>
          </a:lstStyle>
          <a:p/>
        </p:txBody>
      </p:sp>
      <p:sp>
        <p:nvSpPr>
          <p:cNvPr id="255" name="Google Shape;255;p34"/>
          <p:cNvSpPr txBox="1"/>
          <p:nvPr>
            <p:ph idx="13" type="title"/>
          </p:nvPr>
        </p:nvSpPr>
        <p:spPr>
          <a:xfrm>
            <a:off x="6215127" y="3280851"/>
            <a:ext cx="1875600" cy="401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800"/>
              <a:buNone/>
              <a:defRPr b="1" sz="1800">
                <a:solidFill>
                  <a:schemeClr val="lt1"/>
                </a:solidFill>
              </a:defRPr>
            </a:lvl1pPr>
            <a:lvl2pPr lvl="1" algn="ctr">
              <a:spcBef>
                <a:spcPts val="0"/>
              </a:spcBef>
              <a:spcAft>
                <a:spcPts val="0"/>
              </a:spcAft>
              <a:buClr>
                <a:schemeClr val="lt1"/>
              </a:buClr>
              <a:buSzPts val="1800"/>
              <a:buNone/>
              <a:defRPr sz="1800">
                <a:solidFill>
                  <a:schemeClr val="lt1"/>
                </a:solidFill>
              </a:defRPr>
            </a:lvl2pPr>
            <a:lvl3pPr lvl="2" algn="ctr">
              <a:spcBef>
                <a:spcPts val="0"/>
              </a:spcBef>
              <a:spcAft>
                <a:spcPts val="0"/>
              </a:spcAft>
              <a:buClr>
                <a:schemeClr val="lt1"/>
              </a:buClr>
              <a:buSzPts val="1800"/>
              <a:buNone/>
              <a:defRPr sz="1800">
                <a:solidFill>
                  <a:schemeClr val="lt1"/>
                </a:solidFill>
              </a:defRPr>
            </a:lvl3pPr>
            <a:lvl4pPr lvl="3" algn="ctr">
              <a:spcBef>
                <a:spcPts val="0"/>
              </a:spcBef>
              <a:spcAft>
                <a:spcPts val="0"/>
              </a:spcAft>
              <a:buClr>
                <a:schemeClr val="lt1"/>
              </a:buClr>
              <a:buSzPts val="1800"/>
              <a:buNone/>
              <a:defRPr sz="1800">
                <a:solidFill>
                  <a:schemeClr val="lt1"/>
                </a:solidFill>
              </a:defRPr>
            </a:lvl4pPr>
            <a:lvl5pPr lvl="4" algn="ctr">
              <a:spcBef>
                <a:spcPts val="0"/>
              </a:spcBef>
              <a:spcAft>
                <a:spcPts val="0"/>
              </a:spcAft>
              <a:buClr>
                <a:schemeClr val="lt1"/>
              </a:buClr>
              <a:buSzPts val="1800"/>
              <a:buNone/>
              <a:defRPr sz="1800">
                <a:solidFill>
                  <a:schemeClr val="lt1"/>
                </a:solidFill>
              </a:defRPr>
            </a:lvl5pPr>
            <a:lvl6pPr lvl="5" algn="ctr">
              <a:spcBef>
                <a:spcPts val="0"/>
              </a:spcBef>
              <a:spcAft>
                <a:spcPts val="0"/>
              </a:spcAft>
              <a:buClr>
                <a:schemeClr val="lt1"/>
              </a:buClr>
              <a:buSzPts val="1800"/>
              <a:buNone/>
              <a:defRPr sz="1800">
                <a:solidFill>
                  <a:schemeClr val="lt1"/>
                </a:solidFill>
              </a:defRPr>
            </a:lvl6pPr>
            <a:lvl7pPr lvl="6" algn="ctr">
              <a:spcBef>
                <a:spcPts val="0"/>
              </a:spcBef>
              <a:spcAft>
                <a:spcPts val="0"/>
              </a:spcAft>
              <a:buClr>
                <a:schemeClr val="lt1"/>
              </a:buClr>
              <a:buSzPts val="1800"/>
              <a:buNone/>
              <a:defRPr sz="1800">
                <a:solidFill>
                  <a:schemeClr val="lt1"/>
                </a:solidFill>
              </a:defRPr>
            </a:lvl7pPr>
            <a:lvl8pPr lvl="7" algn="ctr">
              <a:spcBef>
                <a:spcPts val="0"/>
              </a:spcBef>
              <a:spcAft>
                <a:spcPts val="0"/>
              </a:spcAft>
              <a:buClr>
                <a:schemeClr val="lt1"/>
              </a:buClr>
              <a:buSzPts val="1800"/>
              <a:buNone/>
              <a:defRPr sz="1800">
                <a:solidFill>
                  <a:schemeClr val="lt1"/>
                </a:solidFill>
              </a:defRPr>
            </a:lvl8pPr>
            <a:lvl9pPr lvl="8" algn="ctr">
              <a:spcBef>
                <a:spcPts val="0"/>
              </a:spcBef>
              <a:spcAft>
                <a:spcPts val="0"/>
              </a:spcAft>
              <a:buClr>
                <a:schemeClr val="lt1"/>
              </a:buClr>
              <a:buSzPts val="1800"/>
              <a:buNone/>
              <a:defRPr sz="1800">
                <a:solidFill>
                  <a:schemeClr val="lt1"/>
                </a:solidFill>
              </a:defRPr>
            </a:lvl9pPr>
          </a:lstStyle>
          <a:p/>
        </p:txBody>
      </p:sp>
      <p:sp>
        <p:nvSpPr>
          <p:cNvPr id="256" name="Google Shape;256;p34"/>
          <p:cNvSpPr txBox="1"/>
          <p:nvPr>
            <p:ph idx="14" type="subTitle"/>
          </p:nvPr>
        </p:nvSpPr>
        <p:spPr>
          <a:xfrm>
            <a:off x="6219627" y="3614442"/>
            <a:ext cx="1866600" cy="528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2pPr>
            <a:lvl3pPr lvl="2"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3pPr>
            <a:lvl4pPr lvl="3"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4pPr>
            <a:lvl5pPr lvl="4"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5pPr>
            <a:lvl6pPr lvl="5"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6pPr>
            <a:lvl7pPr lvl="6"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7pPr>
            <a:lvl8pPr lvl="7"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8pPr>
            <a:lvl9pPr lvl="8" algn="ctr">
              <a:lnSpc>
                <a:spcPct val="100000"/>
              </a:lnSpc>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9pPr>
          </a:lstStyle>
          <a:p/>
        </p:txBody>
      </p:sp>
      <p:sp>
        <p:nvSpPr>
          <p:cNvPr id="257" name="Google Shape;257;p34"/>
          <p:cNvSpPr txBox="1"/>
          <p:nvPr>
            <p:ph idx="15" type="title"/>
          </p:nvPr>
        </p:nvSpPr>
        <p:spPr>
          <a:xfrm>
            <a:off x="1974300" y="530725"/>
            <a:ext cx="51954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spcBef>
                <a:spcPts val="0"/>
              </a:spcBef>
              <a:spcAft>
                <a:spcPts val="0"/>
              </a:spcAft>
              <a:buClr>
                <a:schemeClr val="dk1"/>
              </a:buClr>
              <a:buSzPts val="2500"/>
              <a:buNone/>
              <a:defRPr b="1">
                <a:solidFill>
                  <a:schemeClr val="dk1"/>
                </a:solidFill>
              </a:defRPr>
            </a:lvl2pPr>
            <a:lvl3pPr lvl="2">
              <a:spcBef>
                <a:spcPts val="0"/>
              </a:spcBef>
              <a:spcAft>
                <a:spcPts val="0"/>
              </a:spcAft>
              <a:buClr>
                <a:schemeClr val="dk1"/>
              </a:buClr>
              <a:buSzPts val="2500"/>
              <a:buNone/>
              <a:defRPr b="1">
                <a:solidFill>
                  <a:schemeClr val="dk1"/>
                </a:solidFill>
              </a:defRPr>
            </a:lvl3pPr>
            <a:lvl4pPr lvl="3">
              <a:spcBef>
                <a:spcPts val="0"/>
              </a:spcBef>
              <a:spcAft>
                <a:spcPts val="0"/>
              </a:spcAft>
              <a:buClr>
                <a:schemeClr val="dk1"/>
              </a:buClr>
              <a:buSzPts val="2500"/>
              <a:buNone/>
              <a:defRPr b="1">
                <a:solidFill>
                  <a:schemeClr val="dk1"/>
                </a:solidFill>
              </a:defRPr>
            </a:lvl4pPr>
            <a:lvl5pPr lvl="4">
              <a:spcBef>
                <a:spcPts val="0"/>
              </a:spcBef>
              <a:spcAft>
                <a:spcPts val="0"/>
              </a:spcAft>
              <a:buClr>
                <a:schemeClr val="dk1"/>
              </a:buClr>
              <a:buSzPts val="2500"/>
              <a:buNone/>
              <a:defRPr b="1">
                <a:solidFill>
                  <a:schemeClr val="dk1"/>
                </a:solidFill>
              </a:defRPr>
            </a:lvl5pPr>
            <a:lvl6pPr lvl="5">
              <a:spcBef>
                <a:spcPts val="0"/>
              </a:spcBef>
              <a:spcAft>
                <a:spcPts val="0"/>
              </a:spcAft>
              <a:buClr>
                <a:schemeClr val="dk1"/>
              </a:buClr>
              <a:buSzPts val="2500"/>
              <a:buNone/>
              <a:defRPr b="1">
                <a:solidFill>
                  <a:schemeClr val="dk1"/>
                </a:solidFill>
              </a:defRPr>
            </a:lvl6pPr>
            <a:lvl7pPr lvl="6">
              <a:spcBef>
                <a:spcPts val="0"/>
              </a:spcBef>
              <a:spcAft>
                <a:spcPts val="0"/>
              </a:spcAft>
              <a:buClr>
                <a:schemeClr val="dk1"/>
              </a:buClr>
              <a:buSzPts val="2500"/>
              <a:buNone/>
              <a:defRPr b="1">
                <a:solidFill>
                  <a:schemeClr val="dk1"/>
                </a:solidFill>
              </a:defRPr>
            </a:lvl7pPr>
            <a:lvl8pPr lvl="7">
              <a:spcBef>
                <a:spcPts val="0"/>
              </a:spcBef>
              <a:spcAft>
                <a:spcPts val="0"/>
              </a:spcAft>
              <a:buClr>
                <a:schemeClr val="dk1"/>
              </a:buClr>
              <a:buSzPts val="2500"/>
              <a:buNone/>
              <a:defRPr b="1">
                <a:solidFill>
                  <a:schemeClr val="dk1"/>
                </a:solidFill>
              </a:defRPr>
            </a:lvl8pPr>
            <a:lvl9pPr lvl="8">
              <a:spcBef>
                <a:spcPts val="0"/>
              </a:spcBef>
              <a:spcAft>
                <a:spcPts val="0"/>
              </a:spcAft>
              <a:buClr>
                <a:schemeClr val="dk1"/>
              </a:buClr>
              <a:buSzPts val="2500"/>
              <a:buNone/>
              <a:defRPr b="1">
                <a:solidFill>
                  <a:schemeClr val="dk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1_1_3_1_1">
    <p:bg>
      <p:bgPr>
        <a:solidFill>
          <a:srgbClr val="191919">
            <a:alpha val="0"/>
          </a:srgbClr>
        </a:solidFill>
      </p:bgPr>
    </p:bg>
    <p:spTree>
      <p:nvGrpSpPr>
        <p:cNvPr id="258" name="Shape 258"/>
        <p:cNvGrpSpPr/>
        <p:nvPr/>
      </p:nvGrpSpPr>
      <p:grpSpPr>
        <a:xfrm>
          <a:off x="0" y="0"/>
          <a:ext cx="0" cy="0"/>
          <a:chOff x="0" y="0"/>
          <a:chExt cx="0" cy="0"/>
        </a:xfrm>
      </p:grpSpPr>
      <p:sp>
        <p:nvSpPr>
          <p:cNvPr id="259" name="Google Shape;259;p35"/>
          <p:cNvSpPr txBox="1"/>
          <p:nvPr>
            <p:ph type="title"/>
          </p:nvPr>
        </p:nvSpPr>
        <p:spPr>
          <a:xfrm>
            <a:off x="713225" y="3349725"/>
            <a:ext cx="1846200" cy="325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60" name="Google Shape;260;p35"/>
          <p:cNvSpPr txBox="1"/>
          <p:nvPr>
            <p:ph idx="1" type="subTitle"/>
          </p:nvPr>
        </p:nvSpPr>
        <p:spPr>
          <a:xfrm>
            <a:off x="713225" y="3607847"/>
            <a:ext cx="1846200" cy="508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61" name="Google Shape;261;p35"/>
          <p:cNvSpPr/>
          <p:nvPr/>
        </p:nvSpPr>
        <p:spPr>
          <a:xfrm flipH="1">
            <a:off x="7004125" y="2529725"/>
            <a:ext cx="3405900" cy="3302400"/>
          </a:xfrm>
          <a:prstGeom prst="rtTriangl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62" name="Google Shape;262;p35"/>
          <p:cNvSpPr/>
          <p:nvPr/>
        </p:nvSpPr>
        <p:spPr>
          <a:xfrm flipH="1">
            <a:off x="7194625" y="2653550"/>
            <a:ext cx="3405900" cy="3302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63" name="Google Shape;263;p35"/>
          <p:cNvSpPr/>
          <p:nvPr/>
        </p:nvSpPr>
        <p:spPr>
          <a:xfrm flipH="1" rot="10800000">
            <a:off x="-762425" y="-915550"/>
            <a:ext cx="3405900" cy="33024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64" name="Google Shape;264;p35"/>
          <p:cNvSpPr/>
          <p:nvPr/>
        </p:nvSpPr>
        <p:spPr>
          <a:xfrm flipH="1" rot="10800000">
            <a:off x="-1681400" y="-1522625"/>
            <a:ext cx="5364900" cy="25164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65" name="Google Shape;265;p35"/>
          <p:cNvSpPr txBox="1"/>
          <p:nvPr>
            <p:ph idx="2" type="title"/>
          </p:nvPr>
        </p:nvSpPr>
        <p:spPr>
          <a:xfrm>
            <a:off x="2670358" y="3349725"/>
            <a:ext cx="1846200" cy="325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66" name="Google Shape;266;p35"/>
          <p:cNvSpPr txBox="1"/>
          <p:nvPr>
            <p:ph idx="3" type="subTitle"/>
          </p:nvPr>
        </p:nvSpPr>
        <p:spPr>
          <a:xfrm>
            <a:off x="2670358" y="3607847"/>
            <a:ext cx="1846200" cy="508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67" name="Google Shape;267;p35"/>
          <p:cNvSpPr txBox="1"/>
          <p:nvPr>
            <p:ph idx="4" type="title"/>
          </p:nvPr>
        </p:nvSpPr>
        <p:spPr>
          <a:xfrm>
            <a:off x="4627491" y="3349725"/>
            <a:ext cx="1846200" cy="325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68" name="Google Shape;268;p35"/>
          <p:cNvSpPr txBox="1"/>
          <p:nvPr>
            <p:ph idx="5" type="subTitle"/>
          </p:nvPr>
        </p:nvSpPr>
        <p:spPr>
          <a:xfrm>
            <a:off x="4627491" y="3607847"/>
            <a:ext cx="1846200" cy="508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69" name="Google Shape;269;p35"/>
          <p:cNvSpPr txBox="1"/>
          <p:nvPr>
            <p:ph idx="6" type="title"/>
          </p:nvPr>
        </p:nvSpPr>
        <p:spPr>
          <a:xfrm>
            <a:off x="6584624" y="3349725"/>
            <a:ext cx="1846200" cy="325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70" name="Google Shape;270;p35"/>
          <p:cNvSpPr txBox="1"/>
          <p:nvPr>
            <p:ph idx="7" type="subTitle"/>
          </p:nvPr>
        </p:nvSpPr>
        <p:spPr>
          <a:xfrm>
            <a:off x="6584624" y="3607847"/>
            <a:ext cx="1846200" cy="508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71" name="Google Shape;271;p35"/>
          <p:cNvSpPr txBox="1"/>
          <p:nvPr>
            <p:ph idx="8" type="title"/>
          </p:nvPr>
        </p:nvSpPr>
        <p:spPr>
          <a:xfrm>
            <a:off x="1974300" y="530725"/>
            <a:ext cx="51954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spcBef>
                <a:spcPts val="0"/>
              </a:spcBef>
              <a:spcAft>
                <a:spcPts val="0"/>
              </a:spcAft>
              <a:buClr>
                <a:schemeClr val="dk1"/>
              </a:buClr>
              <a:buSzPts val="2500"/>
              <a:buNone/>
              <a:defRPr b="1">
                <a:solidFill>
                  <a:schemeClr val="dk1"/>
                </a:solidFill>
              </a:defRPr>
            </a:lvl2pPr>
            <a:lvl3pPr lvl="2">
              <a:spcBef>
                <a:spcPts val="0"/>
              </a:spcBef>
              <a:spcAft>
                <a:spcPts val="0"/>
              </a:spcAft>
              <a:buClr>
                <a:schemeClr val="dk1"/>
              </a:buClr>
              <a:buSzPts val="2500"/>
              <a:buNone/>
              <a:defRPr b="1">
                <a:solidFill>
                  <a:schemeClr val="dk1"/>
                </a:solidFill>
              </a:defRPr>
            </a:lvl3pPr>
            <a:lvl4pPr lvl="3">
              <a:spcBef>
                <a:spcPts val="0"/>
              </a:spcBef>
              <a:spcAft>
                <a:spcPts val="0"/>
              </a:spcAft>
              <a:buClr>
                <a:schemeClr val="dk1"/>
              </a:buClr>
              <a:buSzPts val="2500"/>
              <a:buNone/>
              <a:defRPr b="1">
                <a:solidFill>
                  <a:schemeClr val="dk1"/>
                </a:solidFill>
              </a:defRPr>
            </a:lvl4pPr>
            <a:lvl5pPr lvl="4">
              <a:spcBef>
                <a:spcPts val="0"/>
              </a:spcBef>
              <a:spcAft>
                <a:spcPts val="0"/>
              </a:spcAft>
              <a:buClr>
                <a:schemeClr val="dk1"/>
              </a:buClr>
              <a:buSzPts val="2500"/>
              <a:buNone/>
              <a:defRPr b="1">
                <a:solidFill>
                  <a:schemeClr val="dk1"/>
                </a:solidFill>
              </a:defRPr>
            </a:lvl5pPr>
            <a:lvl6pPr lvl="5">
              <a:spcBef>
                <a:spcPts val="0"/>
              </a:spcBef>
              <a:spcAft>
                <a:spcPts val="0"/>
              </a:spcAft>
              <a:buClr>
                <a:schemeClr val="dk1"/>
              </a:buClr>
              <a:buSzPts val="2500"/>
              <a:buNone/>
              <a:defRPr b="1">
                <a:solidFill>
                  <a:schemeClr val="dk1"/>
                </a:solidFill>
              </a:defRPr>
            </a:lvl6pPr>
            <a:lvl7pPr lvl="6">
              <a:spcBef>
                <a:spcPts val="0"/>
              </a:spcBef>
              <a:spcAft>
                <a:spcPts val="0"/>
              </a:spcAft>
              <a:buClr>
                <a:schemeClr val="dk1"/>
              </a:buClr>
              <a:buSzPts val="2500"/>
              <a:buNone/>
              <a:defRPr b="1">
                <a:solidFill>
                  <a:schemeClr val="dk1"/>
                </a:solidFill>
              </a:defRPr>
            </a:lvl7pPr>
            <a:lvl8pPr lvl="7">
              <a:spcBef>
                <a:spcPts val="0"/>
              </a:spcBef>
              <a:spcAft>
                <a:spcPts val="0"/>
              </a:spcAft>
              <a:buClr>
                <a:schemeClr val="dk1"/>
              </a:buClr>
              <a:buSzPts val="2500"/>
              <a:buNone/>
              <a:defRPr b="1">
                <a:solidFill>
                  <a:schemeClr val="dk1"/>
                </a:solidFill>
              </a:defRPr>
            </a:lvl8pPr>
            <a:lvl9pPr lvl="8">
              <a:spcBef>
                <a:spcPts val="0"/>
              </a:spcBef>
              <a:spcAft>
                <a:spcPts val="0"/>
              </a:spcAft>
              <a:buClr>
                <a:schemeClr val="dk1"/>
              </a:buClr>
              <a:buSzPts val="2500"/>
              <a:buNone/>
              <a:defRPr b="1">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4">
    <p:bg>
      <p:bgPr>
        <a:solidFill>
          <a:schemeClr val="accent5"/>
        </a:solidFill>
      </p:bgPr>
    </p:bg>
    <p:spTree>
      <p:nvGrpSpPr>
        <p:cNvPr id="272" name="Shape 272"/>
        <p:cNvGrpSpPr/>
        <p:nvPr/>
      </p:nvGrpSpPr>
      <p:grpSpPr>
        <a:xfrm>
          <a:off x="0" y="0"/>
          <a:ext cx="0" cy="0"/>
          <a:chOff x="0" y="0"/>
          <a:chExt cx="0" cy="0"/>
        </a:xfrm>
      </p:grpSpPr>
      <p:sp>
        <p:nvSpPr>
          <p:cNvPr id="273" name="Google Shape;273;p36"/>
          <p:cNvSpPr txBox="1"/>
          <p:nvPr>
            <p:ph type="title"/>
          </p:nvPr>
        </p:nvSpPr>
        <p:spPr>
          <a:xfrm>
            <a:off x="4260300" y="530725"/>
            <a:ext cx="5195400" cy="528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500"/>
              <a:buNone/>
              <a:defRPr b="1" sz="3000">
                <a:solidFill>
                  <a:schemeClr val="dk1"/>
                </a:solidFill>
              </a:defRPr>
            </a:lvl1pPr>
            <a:lvl2pPr lvl="1">
              <a:spcBef>
                <a:spcPts val="0"/>
              </a:spcBef>
              <a:spcAft>
                <a:spcPts val="0"/>
              </a:spcAft>
              <a:buClr>
                <a:schemeClr val="dk1"/>
              </a:buClr>
              <a:buSzPts val="2500"/>
              <a:buNone/>
              <a:defRPr b="1">
                <a:solidFill>
                  <a:schemeClr val="dk1"/>
                </a:solidFill>
              </a:defRPr>
            </a:lvl2pPr>
            <a:lvl3pPr lvl="2">
              <a:spcBef>
                <a:spcPts val="0"/>
              </a:spcBef>
              <a:spcAft>
                <a:spcPts val="0"/>
              </a:spcAft>
              <a:buClr>
                <a:schemeClr val="dk1"/>
              </a:buClr>
              <a:buSzPts val="2500"/>
              <a:buNone/>
              <a:defRPr b="1">
                <a:solidFill>
                  <a:schemeClr val="dk1"/>
                </a:solidFill>
              </a:defRPr>
            </a:lvl3pPr>
            <a:lvl4pPr lvl="3">
              <a:spcBef>
                <a:spcPts val="0"/>
              </a:spcBef>
              <a:spcAft>
                <a:spcPts val="0"/>
              </a:spcAft>
              <a:buClr>
                <a:schemeClr val="dk1"/>
              </a:buClr>
              <a:buSzPts val="2500"/>
              <a:buNone/>
              <a:defRPr b="1">
                <a:solidFill>
                  <a:schemeClr val="dk1"/>
                </a:solidFill>
              </a:defRPr>
            </a:lvl4pPr>
            <a:lvl5pPr lvl="4">
              <a:spcBef>
                <a:spcPts val="0"/>
              </a:spcBef>
              <a:spcAft>
                <a:spcPts val="0"/>
              </a:spcAft>
              <a:buClr>
                <a:schemeClr val="dk1"/>
              </a:buClr>
              <a:buSzPts val="2500"/>
              <a:buNone/>
              <a:defRPr b="1">
                <a:solidFill>
                  <a:schemeClr val="dk1"/>
                </a:solidFill>
              </a:defRPr>
            </a:lvl5pPr>
            <a:lvl6pPr lvl="5">
              <a:spcBef>
                <a:spcPts val="0"/>
              </a:spcBef>
              <a:spcAft>
                <a:spcPts val="0"/>
              </a:spcAft>
              <a:buClr>
                <a:schemeClr val="dk1"/>
              </a:buClr>
              <a:buSzPts val="2500"/>
              <a:buNone/>
              <a:defRPr b="1">
                <a:solidFill>
                  <a:schemeClr val="dk1"/>
                </a:solidFill>
              </a:defRPr>
            </a:lvl6pPr>
            <a:lvl7pPr lvl="6">
              <a:spcBef>
                <a:spcPts val="0"/>
              </a:spcBef>
              <a:spcAft>
                <a:spcPts val="0"/>
              </a:spcAft>
              <a:buClr>
                <a:schemeClr val="dk1"/>
              </a:buClr>
              <a:buSzPts val="2500"/>
              <a:buNone/>
              <a:defRPr b="1">
                <a:solidFill>
                  <a:schemeClr val="dk1"/>
                </a:solidFill>
              </a:defRPr>
            </a:lvl7pPr>
            <a:lvl8pPr lvl="7">
              <a:spcBef>
                <a:spcPts val="0"/>
              </a:spcBef>
              <a:spcAft>
                <a:spcPts val="0"/>
              </a:spcAft>
              <a:buClr>
                <a:schemeClr val="dk1"/>
              </a:buClr>
              <a:buSzPts val="2500"/>
              <a:buNone/>
              <a:defRPr b="1">
                <a:solidFill>
                  <a:schemeClr val="dk1"/>
                </a:solidFill>
              </a:defRPr>
            </a:lvl8pPr>
            <a:lvl9pPr lvl="8">
              <a:spcBef>
                <a:spcPts val="0"/>
              </a:spcBef>
              <a:spcAft>
                <a:spcPts val="0"/>
              </a:spcAft>
              <a:buClr>
                <a:schemeClr val="dk1"/>
              </a:buClr>
              <a:buSzPts val="2500"/>
              <a:buNone/>
              <a:defRPr b="1">
                <a:solidFill>
                  <a:schemeClr val="dk1"/>
                </a:solidFill>
              </a:defRPr>
            </a:lvl9pPr>
          </a:lstStyle>
          <a:p/>
        </p:txBody>
      </p:sp>
      <p:sp>
        <p:nvSpPr>
          <p:cNvPr id="274" name="Google Shape;274;p36"/>
          <p:cNvSpPr/>
          <p:nvPr/>
        </p:nvSpPr>
        <p:spPr>
          <a:xfrm rot="10800000">
            <a:off x="6907925" y="-808550"/>
            <a:ext cx="3405900" cy="33024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75" name="Google Shape;275;p36"/>
          <p:cNvSpPr/>
          <p:nvPr/>
        </p:nvSpPr>
        <p:spPr>
          <a:xfrm rot="10800000">
            <a:off x="6967925" y="-903800"/>
            <a:ext cx="3405900" cy="3302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24_1">
    <p:bg>
      <p:bgPr>
        <a:solidFill>
          <a:schemeClr val="accent5"/>
        </a:solidFill>
      </p:bgPr>
    </p:bg>
    <p:spTree>
      <p:nvGrpSpPr>
        <p:cNvPr id="276" name="Shape 276"/>
        <p:cNvGrpSpPr/>
        <p:nvPr/>
      </p:nvGrpSpPr>
      <p:grpSpPr>
        <a:xfrm>
          <a:off x="0" y="0"/>
          <a:ext cx="0" cy="0"/>
          <a:chOff x="0" y="0"/>
          <a:chExt cx="0" cy="0"/>
        </a:xfrm>
      </p:grpSpPr>
      <p:sp>
        <p:nvSpPr>
          <p:cNvPr id="277" name="Google Shape;277;p37"/>
          <p:cNvSpPr txBox="1"/>
          <p:nvPr>
            <p:ph type="title"/>
          </p:nvPr>
        </p:nvSpPr>
        <p:spPr>
          <a:xfrm>
            <a:off x="713225" y="530725"/>
            <a:ext cx="5771400" cy="528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500"/>
              <a:buNone/>
              <a:defRPr b="1" sz="3000">
                <a:solidFill>
                  <a:schemeClr val="dk1"/>
                </a:solidFill>
              </a:defRPr>
            </a:lvl1pPr>
            <a:lvl2pPr lvl="1">
              <a:spcBef>
                <a:spcPts val="0"/>
              </a:spcBef>
              <a:spcAft>
                <a:spcPts val="0"/>
              </a:spcAft>
              <a:buClr>
                <a:schemeClr val="dk1"/>
              </a:buClr>
              <a:buSzPts val="2500"/>
              <a:buNone/>
              <a:defRPr b="1">
                <a:solidFill>
                  <a:schemeClr val="dk1"/>
                </a:solidFill>
              </a:defRPr>
            </a:lvl2pPr>
            <a:lvl3pPr lvl="2">
              <a:spcBef>
                <a:spcPts val="0"/>
              </a:spcBef>
              <a:spcAft>
                <a:spcPts val="0"/>
              </a:spcAft>
              <a:buClr>
                <a:schemeClr val="dk1"/>
              </a:buClr>
              <a:buSzPts val="2500"/>
              <a:buNone/>
              <a:defRPr b="1">
                <a:solidFill>
                  <a:schemeClr val="dk1"/>
                </a:solidFill>
              </a:defRPr>
            </a:lvl3pPr>
            <a:lvl4pPr lvl="3">
              <a:spcBef>
                <a:spcPts val="0"/>
              </a:spcBef>
              <a:spcAft>
                <a:spcPts val="0"/>
              </a:spcAft>
              <a:buClr>
                <a:schemeClr val="dk1"/>
              </a:buClr>
              <a:buSzPts val="2500"/>
              <a:buNone/>
              <a:defRPr b="1">
                <a:solidFill>
                  <a:schemeClr val="dk1"/>
                </a:solidFill>
              </a:defRPr>
            </a:lvl4pPr>
            <a:lvl5pPr lvl="4">
              <a:spcBef>
                <a:spcPts val="0"/>
              </a:spcBef>
              <a:spcAft>
                <a:spcPts val="0"/>
              </a:spcAft>
              <a:buClr>
                <a:schemeClr val="dk1"/>
              </a:buClr>
              <a:buSzPts val="2500"/>
              <a:buNone/>
              <a:defRPr b="1">
                <a:solidFill>
                  <a:schemeClr val="dk1"/>
                </a:solidFill>
              </a:defRPr>
            </a:lvl5pPr>
            <a:lvl6pPr lvl="5">
              <a:spcBef>
                <a:spcPts val="0"/>
              </a:spcBef>
              <a:spcAft>
                <a:spcPts val="0"/>
              </a:spcAft>
              <a:buClr>
                <a:schemeClr val="dk1"/>
              </a:buClr>
              <a:buSzPts val="2500"/>
              <a:buNone/>
              <a:defRPr b="1">
                <a:solidFill>
                  <a:schemeClr val="dk1"/>
                </a:solidFill>
              </a:defRPr>
            </a:lvl6pPr>
            <a:lvl7pPr lvl="6">
              <a:spcBef>
                <a:spcPts val="0"/>
              </a:spcBef>
              <a:spcAft>
                <a:spcPts val="0"/>
              </a:spcAft>
              <a:buClr>
                <a:schemeClr val="dk1"/>
              </a:buClr>
              <a:buSzPts val="2500"/>
              <a:buNone/>
              <a:defRPr b="1">
                <a:solidFill>
                  <a:schemeClr val="dk1"/>
                </a:solidFill>
              </a:defRPr>
            </a:lvl7pPr>
            <a:lvl8pPr lvl="7">
              <a:spcBef>
                <a:spcPts val="0"/>
              </a:spcBef>
              <a:spcAft>
                <a:spcPts val="0"/>
              </a:spcAft>
              <a:buClr>
                <a:schemeClr val="dk1"/>
              </a:buClr>
              <a:buSzPts val="2500"/>
              <a:buNone/>
              <a:defRPr b="1">
                <a:solidFill>
                  <a:schemeClr val="dk1"/>
                </a:solidFill>
              </a:defRPr>
            </a:lvl8pPr>
            <a:lvl9pPr lvl="8">
              <a:spcBef>
                <a:spcPts val="0"/>
              </a:spcBef>
              <a:spcAft>
                <a:spcPts val="0"/>
              </a:spcAft>
              <a:buClr>
                <a:schemeClr val="dk1"/>
              </a:buClr>
              <a:buSzPts val="2500"/>
              <a:buNone/>
              <a:defRPr b="1">
                <a:solidFill>
                  <a:schemeClr val="dk1"/>
                </a:solidFill>
              </a:defRPr>
            </a:lvl9pPr>
          </a:lstStyle>
          <a:p/>
        </p:txBody>
      </p:sp>
      <p:sp>
        <p:nvSpPr>
          <p:cNvPr id="278" name="Google Shape;278;p37"/>
          <p:cNvSpPr/>
          <p:nvPr/>
        </p:nvSpPr>
        <p:spPr>
          <a:xfrm rot="10800000">
            <a:off x="-2495250" y="-885400"/>
            <a:ext cx="4317900" cy="2213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5">
  <p:cSld name="CUSTOM_1_1_2">
    <p:bg>
      <p:bgPr>
        <a:solidFill>
          <a:schemeClr val="accent5"/>
        </a:solidFill>
      </p:bgPr>
    </p:bg>
    <p:spTree>
      <p:nvGrpSpPr>
        <p:cNvPr id="279" name="Shape 279"/>
        <p:cNvGrpSpPr/>
        <p:nvPr/>
      </p:nvGrpSpPr>
      <p:grpSpPr>
        <a:xfrm>
          <a:off x="0" y="0"/>
          <a:ext cx="0" cy="0"/>
          <a:chOff x="0" y="0"/>
          <a:chExt cx="0" cy="0"/>
        </a:xfrm>
      </p:grpSpPr>
      <p:sp>
        <p:nvSpPr>
          <p:cNvPr id="280" name="Google Shape;280;p38"/>
          <p:cNvSpPr txBox="1"/>
          <p:nvPr>
            <p:ph type="title"/>
          </p:nvPr>
        </p:nvSpPr>
        <p:spPr>
          <a:xfrm>
            <a:off x="1974300" y="530725"/>
            <a:ext cx="51954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spcBef>
                <a:spcPts val="0"/>
              </a:spcBef>
              <a:spcAft>
                <a:spcPts val="0"/>
              </a:spcAft>
              <a:buClr>
                <a:schemeClr val="dk1"/>
              </a:buClr>
              <a:buSzPts val="2500"/>
              <a:buNone/>
              <a:defRPr b="1">
                <a:solidFill>
                  <a:schemeClr val="dk1"/>
                </a:solidFill>
              </a:defRPr>
            </a:lvl2pPr>
            <a:lvl3pPr lvl="2">
              <a:spcBef>
                <a:spcPts val="0"/>
              </a:spcBef>
              <a:spcAft>
                <a:spcPts val="0"/>
              </a:spcAft>
              <a:buClr>
                <a:schemeClr val="dk1"/>
              </a:buClr>
              <a:buSzPts val="2500"/>
              <a:buNone/>
              <a:defRPr b="1">
                <a:solidFill>
                  <a:schemeClr val="dk1"/>
                </a:solidFill>
              </a:defRPr>
            </a:lvl3pPr>
            <a:lvl4pPr lvl="3">
              <a:spcBef>
                <a:spcPts val="0"/>
              </a:spcBef>
              <a:spcAft>
                <a:spcPts val="0"/>
              </a:spcAft>
              <a:buClr>
                <a:schemeClr val="dk1"/>
              </a:buClr>
              <a:buSzPts val="2500"/>
              <a:buNone/>
              <a:defRPr b="1">
                <a:solidFill>
                  <a:schemeClr val="dk1"/>
                </a:solidFill>
              </a:defRPr>
            </a:lvl4pPr>
            <a:lvl5pPr lvl="4">
              <a:spcBef>
                <a:spcPts val="0"/>
              </a:spcBef>
              <a:spcAft>
                <a:spcPts val="0"/>
              </a:spcAft>
              <a:buClr>
                <a:schemeClr val="dk1"/>
              </a:buClr>
              <a:buSzPts val="2500"/>
              <a:buNone/>
              <a:defRPr b="1">
                <a:solidFill>
                  <a:schemeClr val="dk1"/>
                </a:solidFill>
              </a:defRPr>
            </a:lvl5pPr>
            <a:lvl6pPr lvl="5">
              <a:spcBef>
                <a:spcPts val="0"/>
              </a:spcBef>
              <a:spcAft>
                <a:spcPts val="0"/>
              </a:spcAft>
              <a:buClr>
                <a:schemeClr val="dk1"/>
              </a:buClr>
              <a:buSzPts val="2500"/>
              <a:buNone/>
              <a:defRPr b="1">
                <a:solidFill>
                  <a:schemeClr val="dk1"/>
                </a:solidFill>
              </a:defRPr>
            </a:lvl6pPr>
            <a:lvl7pPr lvl="6">
              <a:spcBef>
                <a:spcPts val="0"/>
              </a:spcBef>
              <a:spcAft>
                <a:spcPts val="0"/>
              </a:spcAft>
              <a:buClr>
                <a:schemeClr val="dk1"/>
              </a:buClr>
              <a:buSzPts val="2500"/>
              <a:buNone/>
              <a:defRPr b="1">
                <a:solidFill>
                  <a:schemeClr val="dk1"/>
                </a:solidFill>
              </a:defRPr>
            </a:lvl7pPr>
            <a:lvl8pPr lvl="7">
              <a:spcBef>
                <a:spcPts val="0"/>
              </a:spcBef>
              <a:spcAft>
                <a:spcPts val="0"/>
              </a:spcAft>
              <a:buClr>
                <a:schemeClr val="dk1"/>
              </a:buClr>
              <a:buSzPts val="2500"/>
              <a:buNone/>
              <a:defRPr b="1">
                <a:solidFill>
                  <a:schemeClr val="dk1"/>
                </a:solidFill>
              </a:defRPr>
            </a:lvl8pPr>
            <a:lvl9pPr lvl="8">
              <a:spcBef>
                <a:spcPts val="0"/>
              </a:spcBef>
              <a:spcAft>
                <a:spcPts val="0"/>
              </a:spcAft>
              <a:buClr>
                <a:schemeClr val="dk1"/>
              </a:buClr>
              <a:buSzPts val="2500"/>
              <a:buNone/>
              <a:defRPr b="1">
                <a:solidFill>
                  <a:schemeClr val="dk1"/>
                </a:solidFill>
              </a:defRPr>
            </a:lvl9pPr>
          </a:lstStyle>
          <a:p/>
        </p:txBody>
      </p:sp>
      <p:sp>
        <p:nvSpPr>
          <p:cNvPr id="281" name="Google Shape;281;p38"/>
          <p:cNvSpPr txBox="1"/>
          <p:nvPr>
            <p:ph idx="2" type="title"/>
          </p:nvPr>
        </p:nvSpPr>
        <p:spPr>
          <a:xfrm>
            <a:off x="1284681" y="3270025"/>
            <a:ext cx="1159800" cy="333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82" name="Google Shape;282;p38"/>
          <p:cNvSpPr txBox="1"/>
          <p:nvPr>
            <p:ph idx="1" type="subTitle"/>
          </p:nvPr>
        </p:nvSpPr>
        <p:spPr>
          <a:xfrm>
            <a:off x="940581" y="3541195"/>
            <a:ext cx="1848000" cy="208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83" name="Google Shape;283;p38"/>
          <p:cNvSpPr txBox="1"/>
          <p:nvPr>
            <p:ph idx="3" type="title"/>
          </p:nvPr>
        </p:nvSpPr>
        <p:spPr>
          <a:xfrm>
            <a:off x="6699519" y="3257475"/>
            <a:ext cx="1159800" cy="333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84" name="Google Shape;284;p38"/>
          <p:cNvSpPr txBox="1"/>
          <p:nvPr>
            <p:ph idx="4" type="subTitle"/>
          </p:nvPr>
        </p:nvSpPr>
        <p:spPr>
          <a:xfrm>
            <a:off x="6355419" y="3520107"/>
            <a:ext cx="1848000" cy="208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285" name="Google Shape;285;p38"/>
          <p:cNvSpPr txBox="1"/>
          <p:nvPr>
            <p:ph idx="5" type="title"/>
          </p:nvPr>
        </p:nvSpPr>
        <p:spPr>
          <a:xfrm>
            <a:off x="3990022" y="3270025"/>
            <a:ext cx="1159800" cy="333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286" name="Google Shape;286;p38"/>
          <p:cNvSpPr txBox="1"/>
          <p:nvPr>
            <p:ph idx="6" type="subTitle"/>
          </p:nvPr>
        </p:nvSpPr>
        <p:spPr>
          <a:xfrm>
            <a:off x="3645922" y="3541195"/>
            <a:ext cx="1848000" cy="208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2_1">
    <p:bg>
      <p:bgPr>
        <a:solidFill>
          <a:schemeClr val="accent5"/>
        </a:solidFill>
      </p:bgPr>
    </p:bg>
    <p:spTree>
      <p:nvGrpSpPr>
        <p:cNvPr id="287" name="Shape 287"/>
        <p:cNvGrpSpPr/>
        <p:nvPr/>
      </p:nvGrpSpPr>
      <p:grpSpPr>
        <a:xfrm>
          <a:off x="0" y="0"/>
          <a:ext cx="0" cy="0"/>
          <a:chOff x="0" y="0"/>
          <a:chExt cx="0" cy="0"/>
        </a:xfrm>
      </p:grpSpPr>
      <p:sp>
        <p:nvSpPr>
          <p:cNvPr id="288" name="Google Shape;288;p39"/>
          <p:cNvSpPr txBox="1"/>
          <p:nvPr>
            <p:ph type="title"/>
          </p:nvPr>
        </p:nvSpPr>
        <p:spPr>
          <a:xfrm>
            <a:off x="892050" y="530725"/>
            <a:ext cx="73599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
        <p:nvSpPr>
          <p:cNvPr id="289" name="Google Shape;289;p39"/>
          <p:cNvSpPr/>
          <p:nvPr/>
        </p:nvSpPr>
        <p:spPr>
          <a:xfrm flipH="1" rot="10800000">
            <a:off x="-287750" y="-113775"/>
            <a:ext cx="2978700" cy="3082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9"/>
          <p:cNvSpPr/>
          <p:nvPr/>
        </p:nvSpPr>
        <p:spPr>
          <a:xfrm>
            <a:off x="5008975" y="1687000"/>
            <a:ext cx="7403100" cy="3794100"/>
          </a:xfrm>
          <a:prstGeom prst="triangle">
            <a:avLst>
              <a:gd fmla="val 50000"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23">
    <p:bg>
      <p:bgPr>
        <a:solidFill>
          <a:schemeClr val="accent5"/>
        </a:solidFill>
      </p:bgPr>
    </p:bg>
    <p:spTree>
      <p:nvGrpSpPr>
        <p:cNvPr id="291" name="Shape 291"/>
        <p:cNvGrpSpPr/>
        <p:nvPr/>
      </p:nvGrpSpPr>
      <p:grpSpPr>
        <a:xfrm>
          <a:off x="0" y="0"/>
          <a:ext cx="0" cy="0"/>
          <a:chOff x="0" y="0"/>
          <a:chExt cx="0" cy="0"/>
        </a:xfrm>
      </p:grpSpPr>
      <p:sp>
        <p:nvSpPr>
          <p:cNvPr id="292" name="Google Shape;292;p40"/>
          <p:cNvSpPr/>
          <p:nvPr/>
        </p:nvSpPr>
        <p:spPr>
          <a:xfrm flipH="1">
            <a:off x="4458687" y="-942975"/>
            <a:ext cx="8250600" cy="7999800"/>
          </a:xfrm>
          <a:prstGeom prst="rtTriangl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93" name="Google Shape;293;p40"/>
          <p:cNvSpPr/>
          <p:nvPr/>
        </p:nvSpPr>
        <p:spPr>
          <a:xfrm>
            <a:off x="3310050" y="1947500"/>
            <a:ext cx="2523900" cy="20247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40"/>
          <p:cNvSpPr/>
          <p:nvPr/>
        </p:nvSpPr>
        <p:spPr>
          <a:xfrm>
            <a:off x="535050" y="1947500"/>
            <a:ext cx="2523900" cy="20247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0"/>
          <p:cNvSpPr/>
          <p:nvPr/>
        </p:nvSpPr>
        <p:spPr>
          <a:xfrm>
            <a:off x="6085050" y="1947500"/>
            <a:ext cx="2523900" cy="202470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0"/>
          <p:cNvSpPr txBox="1"/>
          <p:nvPr>
            <p:ph idx="1" type="subTitle"/>
          </p:nvPr>
        </p:nvSpPr>
        <p:spPr>
          <a:xfrm>
            <a:off x="653699" y="3141175"/>
            <a:ext cx="2286600" cy="753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2pPr>
            <a:lvl3pPr lvl="2"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3pPr>
            <a:lvl4pPr lvl="3"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4pPr>
            <a:lvl5pPr lvl="4"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5pPr>
            <a:lvl6pPr lvl="5"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6pPr>
            <a:lvl7pPr lvl="6"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7pPr>
            <a:lvl8pPr lvl="7"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8pPr>
            <a:lvl9pPr lvl="8"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9pPr>
          </a:lstStyle>
          <a:p/>
        </p:txBody>
      </p:sp>
      <p:sp>
        <p:nvSpPr>
          <p:cNvPr id="297" name="Google Shape;297;p40"/>
          <p:cNvSpPr txBox="1"/>
          <p:nvPr>
            <p:ph idx="2" type="subTitle"/>
          </p:nvPr>
        </p:nvSpPr>
        <p:spPr>
          <a:xfrm>
            <a:off x="3439674" y="3141175"/>
            <a:ext cx="2286600" cy="753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2pPr>
            <a:lvl3pPr lvl="2"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3pPr>
            <a:lvl4pPr lvl="3"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4pPr>
            <a:lvl5pPr lvl="4"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5pPr>
            <a:lvl6pPr lvl="5"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6pPr>
            <a:lvl7pPr lvl="6"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7pPr>
            <a:lvl8pPr lvl="7"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8pPr>
            <a:lvl9pPr lvl="8"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9pPr>
          </a:lstStyle>
          <a:p/>
        </p:txBody>
      </p:sp>
      <p:sp>
        <p:nvSpPr>
          <p:cNvPr id="298" name="Google Shape;298;p40"/>
          <p:cNvSpPr txBox="1"/>
          <p:nvPr>
            <p:ph idx="3" type="subTitle"/>
          </p:nvPr>
        </p:nvSpPr>
        <p:spPr>
          <a:xfrm>
            <a:off x="6203701" y="3141175"/>
            <a:ext cx="2286600" cy="753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2pPr>
            <a:lvl3pPr lvl="2"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3pPr>
            <a:lvl4pPr lvl="3"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4pPr>
            <a:lvl5pPr lvl="4"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5pPr>
            <a:lvl6pPr lvl="5"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6pPr>
            <a:lvl7pPr lvl="6"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7pPr>
            <a:lvl8pPr lvl="7"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8pPr>
            <a:lvl9pPr lvl="8"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9pPr>
          </a:lstStyle>
          <a:p/>
        </p:txBody>
      </p:sp>
      <p:sp>
        <p:nvSpPr>
          <p:cNvPr id="299" name="Google Shape;299;p40"/>
          <p:cNvSpPr txBox="1"/>
          <p:nvPr>
            <p:ph hasCustomPrompt="1" type="title"/>
          </p:nvPr>
        </p:nvSpPr>
        <p:spPr>
          <a:xfrm>
            <a:off x="588299" y="2468125"/>
            <a:ext cx="2417400" cy="753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000"/>
              <a:buNone/>
              <a:defRPr b="1" sz="4000">
                <a:solidFill>
                  <a:schemeClr val="lt1"/>
                </a:solidFill>
              </a:defRPr>
            </a:lvl1pPr>
            <a:lvl2pPr lvl="1" algn="ctr">
              <a:spcBef>
                <a:spcPts val="0"/>
              </a:spcBef>
              <a:spcAft>
                <a:spcPts val="0"/>
              </a:spcAft>
              <a:buClr>
                <a:schemeClr val="lt1"/>
              </a:buClr>
              <a:buSzPts val="4000"/>
              <a:buNone/>
              <a:defRPr sz="4000">
                <a:solidFill>
                  <a:schemeClr val="lt1"/>
                </a:solidFill>
              </a:defRPr>
            </a:lvl2pPr>
            <a:lvl3pPr lvl="2" algn="ctr">
              <a:spcBef>
                <a:spcPts val="0"/>
              </a:spcBef>
              <a:spcAft>
                <a:spcPts val="0"/>
              </a:spcAft>
              <a:buClr>
                <a:schemeClr val="lt1"/>
              </a:buClr>
              <a:buSzPts val="4000"/>
              <a:buNone/>
              <a:defRPr sz="4000">
                <a:solidFill>
                  <a:schemeClr val="lt1"/>
                </a:solidFill>
              </a:defRPr>
            </a:lvl3pPr>
            <a:lvl4pPr lvl="3" algn="ctr">
              <a:spcBef>
                <a:spcPts val="0"/>
              </a:spcBef>
              <a:spcAft>
                <a:spcPts val="0"/>
              </a:spcAft>
              <a:buClr>
                <a:schemeClr val="lt1"/>
              </a:buClr>
              <a:buSzPts val="4000"/>
              <a:buNone/>
              <a:defRPr sz="4000">
                <a:solidFill>
                  <a:schemeClr val="lt1"/>
                </a:solidFill>
              </a:defRPr>
            </a:lvl4pPr>
            <a:lvl5pPr lvl="4" algn="ctr">
              <a:spcBef>
                <a:spcPts val="0"/>
              </a:spcBef>
              <a:spcAft>
                <a:spcPts val="0"/>
              </a:spcAft>
              <a:buClr>
                <a:schemeClr val="lt1"/>
              </a:buClr>
              <a:buSzPts val="4000"/>
              <a:buNone/>
              <a:defRPr sz="4000">
                <a:solidFill>
                  <a:schemeClr val="lt1"/>
                </a:solidFill>
              </a:defRPr>
            </a:lvl5pPr>
            <a:lvl6pPr lvl="5" algn="ctr">
              <a:spcBef>
                <a:spcPts val="0"/>
              </a:spcBef>
              <a:spcAft>
                <a:spcPts val="0"/>
              </a:spcAft>
              <a:buClr>
                <a:schemeClr val="lt1"/>
              </a:buClr>
              <a:buSzPts val="4000"/>
              <a:buNone/>
              <a:defRPr sz="4000">
                <a:solidFill>
                  <a:schemeClr val="lt1"/>
                </a:solidFill>
              </a:defRPr>
            </a:lvl6pPr>
            <a:lvl7pPr lvl="6" algn="ctr">
              <a:spcBef>
                <a:spcPts val="0"/>
              </a:spcBef>
              <a:spcAft>
                <a:spcPts val="0"/>
              </a:spcAft>
              <a:buClr>
                <a:schemeClr val="lt1"/>
              </a:buClr>
              <a:buSzPts val="4000"/>
              <a:buNone/>
              <a:defRPr sz="4000">
                <a:solidFill>
                  <a:schemeClr val="lt1"/>
                </a:solidFill>
              </a:defRPr>
            </a:lvl7pPr>
            <a:lvl8pPr lvl="7" algn="ctr">
              <a:spcBef>
                <a:spcPts val="0"/>
              </a:spcBef>
              <a:spcAft>
                <a:spcPts val="0"/>
              </a:spcAft>
              <a:buClr>
                <a:schemeClr val="lt1"/>
              </a:buClr>
              <a:buSzPts val="4000"/>
              <a:buNone/>
              <a:defRPr sz="4000">
                <a:solidFill>
                  <a:schemeClr val="lt1"/>
                </a:solidFill>
              </a:defRPr>
            </a:lvl8pPr>
            <a:lvl9pPr lvl="8" algn="ctr">
              <a:spcBef>
                <a:spcPts val="0"/>
              </a:spcBef>
              <a:spcAft>
                <a:spcPts val="0"/>
              </a:spcAft>
              <a:buClr>
                <a:schemeClr val="lt1"/>
              </a:buClr>
              <a:buSzPts val="4000"/>
              <a:buNone/>
              <a:defRPr sz="4000">
                <a:solidFill>
                  <a:schemeClr val="lt1"/>
                </a:solidFill>
              </a:defRPr>
            </a:lvl9pPr>
          </a:lstStyle>
          <a:p>
            <a:r>
              <a:t>xx%</a:t>
            </a:r>
          </a:p>
        </p:txBody>
      </p:sp>
      <p:sp>
        <p:nvSpPr>
          <p:cNvPr id="300" name="Google Shape;300;p40"/>
          <p:cNvSpPr txBox="1"/>
          <p:nvPr>
            <p:ph hasCustomPrompt="1" idx="4" type="title"/>
          </p:nvPr>
        </p:nvSpPr>
        <p:spPr>
          <a:xfrm>
            <a:off x="3363300" y="2468125"/>
            <a:ext cx="2417400" cy="753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000"/>
              <a:buNone/>
              <a:defRPr b="1" sz="4000">
                <a:solidFill>
                  <a:schemeClr val="lt1"/>
                </a:solidFill>
              </a:defRPr>
            </a:lvl1pPr>
            <a:lvl2pPr lvl="1" algn="ctr">
              <a:spcBef>
                <a:spcPts val="0"/>
              </a:spcBef>
              <a:spcAft>
                <a:spcPts val="0"/>
              </a:spcAft>
              <a:buClr>
                <a:schemeClr val="lt1"/>
              </a:buClr>
              <a:buSzPts val="4000"/>
              <a:buNone/>
              <a:defRPr sz="4000">
                <a:solidFill>
                  <a:schemeClr val="lt1"/>
                </a:solidFill>
              </a:defRPr>
            </a:lvl2pPr>
            <a:lvl3pPr lvl="2" algn="ctr">
              <a:spcBef>
                <a:spcPts val="0"/>
              </a:spcBef>
              <a:spcAft>
                <a:spcPts val="0"/>
              </a:spcAft>
              <a:buClr>
                <a:schemeClr val="lt1"/>
              </a:buClr>
              <a:buSzPts val="4000"/>
              <a:buNone/>
              <a:defRPr sz="4000">
                <a:solidFill>
                  <a:schemeClr val="lt1"/>
                </a:solidFill>
              </a:defRPr>
            </a:lvl3pPr>
            <a:lvl4pPr lvl="3" algn="ctr">
              <a:spcBef>
                <a:spcPts val="0"/>
              </a:spcBef>
              <a:spcAft>
                <a:spcPts val="0"/>
              </a:spcAft>
              <a:buClr>
                <a:schemeClr val="lt1"/>
              </a:buClr>
              <a:buSzPts val="4000"/>
              <a:buNone/>
              <a:defRPr sz="4000">
                <a:solidFill>
                  <a:schemeClr val="lt1"/>
                </a:solidFill>
              </a:defRPr>
            </a:lvl4pPr>
            <a:lvl5pPr lvl="4" algn="ctr">
              <a:spcBef>
                <a:spcPts val="0"/>
              </a:spcBef>
              <a:spcAft>
                <a:spcPts val="0"/>
              </a:spcAft>
              <a:buClr>
                <a:schemeClr val="lt1"/>
              </a:buClr>
              <a:buSzPts val="4000"/>
              <a:buNone/>
              <a:defRPr sz="4000">
                <a:solidFill>
                  <a:schemeClr val="lt1"/>
                </a:solidFill>
              </a:defRPr>
            </a:lvl5pPr>
            <a:lvl6pPr lvl="5" algn="ctr">
              <a:spcBef>
                <a:spcPts val="0"/>
              </a:spcBef>
              <a:spcAft>
                <a:spcPts val="0"/>
              </a:spcAft>
              <a:buClr>
                <a:schemeClr val="lt1"/>
              </a:buClr>
              <a:buSzPts val="4000"/>
              <a:buNone/>
              <a:defRPr sz="4000">
                <a:solidFill>
                  <a:schemeClr val="lt1"/>
                </a:solidFill>
              </a:defRPr>
            </a:lvl6pPr>
            <a:lvl7pPr lvl="6" algn="ctr">
              <a:spcBef>
                <a:spcPts val="0"/>
              </a:spcBef>
              <a:spcAft>
                <a:spcPts val="0"/>
              </a:spcAft>
              <a:buClr>
                <a:schemeClr val="lt1"/>
              </a:buClr>
              <a:buSzPts val="4000"/>
              <a:buNone/>
              <a:defRPr sz="4000">
                <a:solidFill>
                  <a:schemeClr val="lt1"/>
                </a:solidFill>
              </a:defRPr>
            </a:lvl7pPr>
            <a:lvl8pPr lvl="7" algn="ctr">
              <a:spcBef>
                <a:spcPts val="0"/>
              </a:spcBef>
              <a:spcAft>
                <a:spcPts val="0"/>
              </a:spcAft>
              <a:buClr>
                <a:schemeClr val="lt1"/>
              </a:buClr>
              <a:buSzPts val="4000"/>
              <a:buNone/>
              <a:defRPr sz="4000">
                <a:solidFill>
                  <a:schemeClr val="lt1"/>
                </a:solidFill>
              </a:defRPr>
            </a:lvl8pPr>
            <a:lvl9pPr lvl="8" algn="ctr">
              <a:spcBef>
                <a:spcPts val="0"/>
              </a:spcBef>
              <a:spcAft>
                <a:spcPts val="0"/>
              </a:spcAft>
              <a:buClr>
                <a:schemeClr val="lt1"/>
              </a:buClr>
              <a:buSzPts val="4000"/>
              <a:buNone/>
              <a:defRPr sz="4000">
                <a:solidFill>
                  <a:schemeClr val="lt1"/>
                </a:solidFill>
              </a:defRPr>
            </a:lvl9pPr>
          </a:lstStyle>
          <a:p>
            <a:r>
              <a:t>xx%</a:t>
            </a:r>
          </a:p>
        </p:txBody>
      </p:sp>
      <p:sp>
        <p:nvSpPr>
          <p:cNvPr id="301" name="Google Shape;301;p40"/>
          <p:cNvSpPr txBox="1"/>
          <p:nvPr>
            <p:ph hasCustomPrompt="1" idx="5" type="title"/>
          </p:nvPr>
        </p:nvSpPr>
        <p:spPr>
          <a:xfrm>
            <a:off x="6138301" y="2468125"/>
            <a:ext cx="2417400" cy="753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000"/>
              <a:buNone/>
              <a:defRPr b="1" sz="4000">
                <a:solidFill>
                  <a:schemeClr val="lt1"/>
                </a:solidFill>
              </a:defRPr>
            </a:lvl1pPr>
            <a:lvl2pPr lvl="1" algn="ctr">
              <a:spcBef>
                <a:spcPts val="0"/>
              </a:spcBef>
              <a:spcAft>
                <a:spcPts val="0"/>
              </a:spcAft>
              <a:buClr>
                <a:schemeClr val="lt1"/>
              </a:buClr>
              <a:buSzPts val="4000"/>
              <a:buNone/>
              <a:defRPr sz="4000">
                <a:solidFill>
                  <a:schemeClr val="lt1"/>
                </a:solidFill>
              </a:defRPr>
            </a:lvl2pPr>
            <a:lvl3pPr lvl="2" algn="ctr">
              <a:spcBef>
                <a:spcPts val="0"/>
              </a:spcBef>
              <a:spcAft>
                <a:spcPts val="0"/>
              </a:spcAft>
              <a:buClr>
                <a:schemeClr val="lt1"/>
              </a:buClr>
              <a:buSzPts val="4000"/>
              <a:buNone/>
              <a:defRPr sz="4000">
                <a:solidFill>
                  <a:schemeClr val="lt1"/>
                </a:solidFill>
              </a:defRPr>
            </a:lvl3pPr>
            <a:lvl4pPr lvl="3" algn="ctr">
              <a:spcBef>
                <a:spcPts val="0"/>
              </a:spcBef>
              <a:spcAft>
                <a:spcPts val="0"/>
              </a:spcAft>
              <a:buClr>
                <a:schemeClr val="lt1"/>
              </a:buClr>
              <a:buSzPts val="4000"/>
              <a:buNone/>
              <a:defRPr sz="4000">
                <a:solidFill>
                  <a:schemeClr val="lt1"/>
                </a:solidFill>
              </a:defRPr>
            </a:lvl4pPr>
            <a:lvl5pPr lvl="4" algn="ctr">
              <a:spcBef>
                <a:spcPts val="0"/>
              </a:spcBef>
              <a:spcAft>
                <a:spcPts val="0"/>
              </a:spcAft>
              <a:buClr>
                <a:schemeClr val="lt1"/>
              </a:buClr>
              <a:buSzPts val="4000"/>
              <a:buNone/>
              <a:defRPr sz="4000">
                <a:solidFill>
                  <a:schemeClr val="lt1"/>
                </a:solidFill>
              </a:defRPr>
            </a:lvl5pPr>
            <a:lvl6pPr lvl="5" algn="ctr">
              <a:spcBef>
                <a:spcPts val="0"/>
              </a:spcBef>
              <a:spcAft>
                <a:spcPts val="0"/>
              </a:spcAft>
              <a:buClr>
                <a:schemeClr val="lt1"/>
              </a:buClr>
              <a:buSzPts val="4000"/>
              <a:buNone/>
              <a:defRPr sz="4000">
                <a:solidFill>
                  <a:schemeClr val="lt1"/>
                </a:solidFill>
              </a:defRPr>
            </a:lvl6pPr>
            <a:lvl7pPr lvl="6" algn="ctr">
              <a:spcBef>
                <a:spcPts val="0"/>
              </a:spcBef>
              <a:spcAft>
                <a:spcPts val="0"/>
              </a:spcAft>
              <a:buClr>
                <a:schemeClr val="lt1"/>
              </a:buClr>
              <a:buSzPts val="4000"/>
              <a:buNone/>
              <a:defRPr sz="4000">
                <a:solidFill>
                  <a:schemeClr val="lt1"/>
                </a:solidFill>
              </a:defRPr>
            </a:lvl7pPr>
            <a:lvl8pPr lvl="7" algn="ctr">
              <a:spcBef>
                <a:spcPts val="0"/>
              </a:spcBef>
              <a:spcAft>
                <a:spcPts val="0"/>
              </a:spcAft>
              <a:buClr>
                <a:schemeClr val="lt1"/>
              </a:buClr>
              <a:buSzPts val="4000"/>
              <a:buNone/>
              <a:defRPr sz="4000">
                <a:solidFill>
                  <a:schemeClr val="lt1"/>
                </a:solidFill>
              </a:defRPr>
            </a:lvl8pPr>
            <a:lvl9pPr lvl="8" algn="ctr">
              <a:spcBef>
                <a:spcPts val="0"/>
              </a:spcBef>
              <a:spcAft>
                <a:spcPts val="0"/>
              </a:spcAft>
              <a:buClr>
                <a:schemeClr val="lt1"/>
              </a:buClr>
              <a:buSzPts val="4000"/>
              <a:buNone/>
              <a:defRPr sz="4000">
                <a:solidFill>
                  <a:schemeClr val="lt1"/>
                </a:solidFill>
              </a:defRPr>
            </a:lvl9pPr>
          </a:lstStyle>
          <a:p>
            <a:r>
              <a:t>xx%</a:t>
            </a:r>
          </a:p>
        </p:txBody>
      </p:sp>
      <p:sp>
        <p:nvSpPr>
          <p:cNvPr id="302" name="Google Shape;302;p40"/>
          <p:cNvSpPr txBox="1"/>
          <p:nvPr>
            <p:ph idx="6" type="title"/>
          </p:nvPr>
        </p:nvSpPr>
        <p:spPr>
          <a:xfrm>
            <a:off x="1974300" y="530725"/>
            <a:ext cx="51954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spcBef>
                <a:spcPts val="0"/>
              </a:spcBef>
              <a:spcAft>
                <a:spcPts val="0"/>
              </a:spcAft>
              <a:buClr>
                <a:schemeClr val="dk1"/>
              </a:buClr>
              <a:buSzPts val="2500"/>
              <a:buNone/>
              <a:defRPr b="1">
                <a:solidFill>
                  <a:schemeClr val="dk1"/>
                </a:solidFill>
              </a:defRPr>
            </a:lvl2pPr>
            <a:lvl3pPr lvl="2">
              <a:spcBef>
                <a:spcPts val="0"/>
              </a:spcBef>
              <a:spcAft>
                <a:spcPts val="0"/>
              </a:spcAft>
              <a:buClr>
                <a:schemeClr val="dk1"/>
              </a:buClr>
              <a:buSzPts val="2500"/>
              <a:buNone/>
              <a:defRPr b="1">
                <a:solidFill>
                  <a:schemeClr val="dk1"/>
                </a:solidFill>
              </a:defRPr>
            </a:lvl3pPr>
            <a:lvl4pPr lvl="3">
              <a:spcBef>
                <a:spcPts val="0"/>
              </a:spcBef>
              <a:spcAft>
                <a:spcPts val="0"/>
              </a:spcAft>
              <a:buClr>
                <a:schemeClr val="dk1"/>
              </a:buClr>
              <a:buSzPts val="2500"/>
              <a:buNone/>
              <a:defRPr b="1">
                <a:solidFill>
                  <a:schemeClr val="dk1"/>
                </a:solidFill>
              </a:defRPr>
            </a:lvl4pPr>
            <a:lvl5pPr lvl="4">
              <a:spcBef>
                <a:spcPts val="0"/>
              </a:spcBef>
              <a:spcAft>
                <a:spcPts val="0"/>
              </a:spcAft>
              <a:buClr>
                <a:schemeClr val="dk1"/>
              </a:buClr>
              <a:buSzPts val="2500"/>
              <a:buNone/>
              <a:defRPr b="1">
                <a:solidFill>
                  <a:schemeClr val="dk1"/>
                </a:solidFill>
              </a:defRPr>
            </a:lvl5pPr>
            <a:lvl6pPr lvl="5">
              <a:spcBef>
                <a:spcPts val="0"/>
              </a:spcBef>
              <a:spcAft>
                <a:spcPts val="0"/>
              </a:spcAft>
              <a:buClr>
                <a:schemeClr val="dk1"/>
              </a:buClr>
              <a:buSzPts val="2500"/>
              <a:buNone/>
              <a:defRPr b="1">
                <a:solidFill>
                  <a:schemeClr val="dk1"/>
                </a:solidFill>
              </a:defRPr>
            </a:lvl6pPr>
            <a:lvl7pPr lvl="6">
              <a:spcBef>
                <a:spcPts val="0"/>
              </a:spcBef>
              <a:spcAft>
                <a:spcPts val="0"/>
              </a:spcAft>
              <a:buClr>
                <a:schemeClr val="dk1"/>
              </a:buClr>
              <a:buSzPts val="2500"/>
              <a:buNone/>
              <a:defRPr b="1">
                <a:solidFill>
                  <a:schemeClr val="dk1"/>
                </a:solidFill>
              </a:defRPr>
            </a:lvl7pPr>
            <a:lvl8pPr lvl="7">
              <a:spcBef>
                <a:spcPts val="0"/>
              </a:spcBef>
              <a:spcAft>
                <a:spcPts val="0"/>
              </a:spcAft>
              <a:buClr>
                <a:schemeClr val="dk1"/>
              </a:buClr>
              <a:buSzPts val="2500"/>
              <a:buNone/>
              <a:defRPr b="1">
                <a:solidFill>
                  <a:schemeClr val="dk1"/>
                </a:solidFill>
              </a:defRPr>
            </a:lvl8pPr>
            <a:lvl9pPr lvl="8">
              <a:spcBef>
                <a:spcPts val="0"/>
              </a:spcBef>
              <a:spcAft>
                <a:spcPts val="0"/>
              </a:spcAft>
              <a:buClr>
                <a:schemeClr val="dk1"/>
              </a:buClr>
              <a:buSzPts val="2500"/>
              <a:buNone/>
              <a:defRPr b="1">
                <a:solidFill>
                  <a:schemeClr val="dk1"/>
                </a:solidFill>
              </a:defRPr>
            </a:lvl9pPr>
          </a:lstStyle>
          <a:p/>
        </p:txBody>
      </p:sp>
      <p:sp>
        <p:nvSpPr>
          <p:cNvPr id="303" name="Google Shape;303;p40"/>
          <p:cNvSpPr/>
          <p:nvPr/>
        </p:nvSpPr>
        <p:spPr>
          <a:xfrm flipH="1">
            <a:off x="7169700" y="2391925"/>
            <a:ext cx="3405900" cy="33024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04" name="Google Shape;304;p40"/>
          <p:cNvSpPr/>
          <p:nvPr/>
        </p:nvSpPr>
        <p:spPr>
          <a:xfrm flipH="1" rot="10800000">
            <a:off x="-762425" y="-1182250"/>
            <a:ext cx="3405900" cy="33024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05" name="Google Shape;305;p40"/>
          <p:cNvSpPr/>
          <p:nvPr/>
        </p:nvSpPr>
        <p:spPr>
          <a:xfrm flipH="1" rot="10800000">
            <a:off x="-1681400" y="-1789325"/>
            <a:ext cx="5364900" cy="25164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23_1">
    <p:bg>
      <p:bgPr>
        <a:solidFill>
          <a:schemeClr val="dk1"/>
        </a:solidFill>
      </p:bgPr>
    </p:bg>
    <p:spTree>
      <p:nvGrpSpPr>
        <p:cNvPr id="306" name="Shape 306"/>
        <p:cNvGrpSpPr/>
        <p:nvPr/>
      </p:nvGrpSpPr>
      <p:grpSpPr>
        <a:xfrm>
          <a:off x="0" y="0"/>
          <a:ext cx="0" cy="0"/>
          <a:chOff x="0" y="0"/>
          <a:chExt cx="0" cy="0"/>
        </a:xfrm>
      </p:grpSpPr>
      <p:sp>
        <p:nvSpPr>
          <p:cNvPr id="307" name="Google Shape;307;p41"/>
          <p:cNvSpPr txBox="1"/>
          <p:nvPr>
            <p:ph idx="1" type="subTitle"/>
          </p:nvPr>
        </p:nvSpPr>
        <p:spPr>
          <a:xfrm>
            <a:off x="713250" y="1264629"/>
            <a:ext cx="7717500" cy="364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2pPr>
            <a:lvl3pPr lvl="2"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3pPr>
            <a:lvl4pPr lvl="3"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4pPr>
            <a:lvl5pPr lvl="4"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5pPr>
            <a:lvl6pPr lvl="5"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6pPr>
            <a:lvl7pPr lvl="6"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7pPr>
            <a:lvl8pPr lvl="7"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8pPr>
            <a:lvl9pPr lvl="8"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9pPr>
          </a:lstStyle>
          <a:p/>
        </p:txBody>
      </p:sp>
      <p:sp>
        <p:nvSpPr>
          <p:cNvPr id="308" name="Google Shape;308;p41"/>
          <p:cNvSpPr txBox="1"/>
          <p:nvPr>
            <p:ph hasCustomPrompt="1" type="title"/>
          </p:nvPr>
        </p:nvSpPr>
        <p:spPr>
          <a:xfrm>
            <a:off x="713227" y="639821"/>
            <a:ext cx="7717500" cy="753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5000"/>
              <a:buNone/>
              <a:defRPr b="1" sz="5000">
                <a:solidFill>
                  <a:schemeClr val="lt1"/>
                </a:solidFill>
              </a:defRPr>
            </a:lvl1pPr>
            <a:lvl2pPr lvl="1" algn="ctr">
              <a:spcBef>
                <a:spcPts val="0"/>
              </a:spcBef>
              <a:spcAft>
                <a:spcPts val="0"/>
              </a:spcAft>
              <a:buClr>
                <a:schemeClr val="lt1"/>
              </a:buClr>
              <a:buSzPts val="5000"/>
              <a:buNone/>
              <a:defRPr b="1" sz="5000">
                <a:solidFill>
                  <a:schemeClr val="lt1"/>
                </a:solidFill>
              </a:defRPr>
            </a:lvl2pPr>
            <a:lvl3pPr lvl="2" algn="ctr">
              <a:spcBef>
                <a:spcPts val="0"/>
              </a:spcBef>
              <a:spcAft>
                <a:spcPts val="0"/>
              </a:spcAft>
              <a:buClr>
                <a:schemeClr val="lt1"/>
              </a:buClr>
              <a:buSzPts val="5000"/>
              <a:buNone/>
              <a:defRPr b="1" sz="5000">
                <a:solidFill>
                  <a:schemeClr val="lt1"/>
                </a:solidFill>
              </a:defRPr>
            </a:lvl3pPr>
            <a:lvl4pPr lvl="3" algn="ctr">
              <a:spcBef>
                <a:spcPts val="0"/>
              </a:spcBef>
              <a:spcAft>
                <a:spcPts val="0"/>
              </a:spcAft>
              <a:buClr>
                <a:schemeClr val="lt1"/>
              </a:buClr>
              <a:buSzPts val="5000"/>
              <a:buNone/>
              <a:defRPr b="1" sz="5000">
                <a:solidFill>
                  <a:schemeClr val="lt1"/>
                </a:solidFill>
              </a:defRPr>
            </a:lvl4pPr>
            <a:lvl5pPr lvl="4" algn="ctr">
              <a:spcBef>
                <a:spcPts val="0"/>
              </a:spcBef>
              <a:spcAft>
                <a:spcPts val="0"/>
              </a:spcAft>
              <a:buClr>
                <a:schemeClr val="lt1"/>
              </a:buClr>
              <a:buSzPts val="5000"/>
              <a:buNone/>
              <a:defRPr b="1" sz="5000">
                <a:solidFill>
                  <a:schemeClr val="lt1"/>
                </a:solidFill>
              </a:defRPr>
            </a:lvl5pPr>
            <a:lvl6pPr lvl="5" algn="ctr">
              <a:spcBef>
                <a:spcPts val="0"/>
              </a:spcBef>
              <a:spcAft>
                <a:spcPts val="0"/>
              </a:spcAft>
              <a:buClr>
                <a:schemeClr val="lt1"/>
              </a:buClr>
              <a:buSzPts val="5000"/>
              <a:buNone/>
              <a:defRPr b="1" sz="5000">
                <a:solidFill>
                  <a:schemeClr val="lt1"/>
                </a:solidFill>
              </a:defRPr>
            </a:lvl6pPr>
            <a:lvl7pPr lvl="6" algn="ctr">
              <a:spcBef>
                <a:spcPts val="0"/>
              </a:spcBef>
              <a:spcAft>
                <a:spcPts val="0"/>
              </a:spcAft>
              <a:buClr>
                <a:schemeClr val="lt1"/>
              </a:buClr>
              <a:buSzPts val="5000"/>
              <a:buNone/>
              <a:defRPr b="1" sz="5000">
                <a:solidFill>
                  <a:schemeClr val="lt1"/>
                </a:solidFill>
              </a:defRPr>
            </a:lvl7pPr>
            <a:lvl8pPr lvl="7" algn="ctr">
              <a:spcBef>
                <a:spcPts val="0"/>
              </a:spcBef>
              <a:spcAft>
                <a:spcPts val="0"/>
              </a:spcAft>
              <a:buClr>
                <a:schemeClr val="lt1"/>
              </a:buClr>
              <a:buSzPts val="5000"/>
              <a:buNone/>
              <a:defRPr b="1" sz="5000">
                <a:solidFill>
                  <a:schemeClr val="lt1"/>
                </a:solidFill>
              </a:defRPr>
            </a:lvl8pPr>
            <a:lvl9pPr lvl="8" algn="ctr">
              <a:spcBef>
                <a:spcPts val="0"/>
              </a:spcBef>
              <a:spcAft>
                <a:spcPts val="0"/>
              </a:spcAft>
              <a:buClr>
                <a:schemeClr val="lt1"/>
              </a:buClr>
              <a:buSzPts val="5000"/>
              <a:buNone/>
              <a:defRPr b="1" sz="5000">
                <a:solidFill>
                  <a:schemeClr val="lt1"/>
                </a:solidFill>
              </a:defRPr>
            </a:lvl9pPr>
          </a:lstStyle>
          <a:p>
            <a:r>
              <a:t>xx%</a:t>
            </a:r>
          </a:p>
        </p:txBody>
      </p:sp>
      <p:sp>
        <p:nvSpPr>
          <p:cNvPr id="309" name="Google Shape;309;p41"/>
          <p:cNvSpPr txBox="1"/>
          <p:nvPr>
            <p:ph idx="2" type="subTitle"/>
          </p:nvPr>
        </p:nvSpPr>
        <p:spPr>
          <a:xfrm>
            <a:off x="713250" y="2701904"/>
            <a:ext cx="7717500" cy="364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2pPr>
            <a:lvl3pPr lvl="2"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3pPr>
            <a:lvl4pPr lvl="3"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4pPr>
            <a:lvl5pPr lvl="4"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5pPr>
            <a:lvl6pPr lvl="5"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6pPr>
            <a:lvl7pPr lvl="6"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7pPr>
            <a:lvl8pPr lvl="7"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8pPr>
            <a:lvl9pPr lvl="8"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9pPr>
          </a:lstStyle>
          <a:p/>
        </p:txBody>
      </p:sp>
      <p:sp>
        <p:nvSpPr>
          <p:cNvPr id="310" name="Google Shape;310;p41"/>
          <p:cNvSpPr txBox="1"/>
          <p:nvPr>
            <p:ph hasCustomPrompt="1" idx="3" type="title"/>
          </p:nvPr>
        </p:nvSpPr>
        <p:spPr>
          <a:xfrm>
            <a:off x="713227" y="2077096"/>
            <a:ext cx="7717500" cy="753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5000"/>
              <a:buNone/>
              <a:defRPr b="1" sz="5000">
                <a:solidFill>
                  <a:schemeClr val="lt1"/>
                </a:solidFill>
              </a:defRPr>
            </a:lvl1pPr>
            <a:lvl2pPr lvl="1" algn="ctr">
              <a:spcBef>
                <a:spcPts val="0"/>
              </a:spcBef>
              <a:spcAft>
                <a:spcPts val="0"/>
              </a:spcAft>
              <a:buClr>
                <a:schemeClr val="lt1"/>
              </a:buClr>
              <a:buSzPts val="5000"/>
              <a:buNone/>
              <a:defRPr b="1" sz="5000">
                <a:solidFill>
                  <a:schemeClr val="lt1"/>
                </a:solidFill>
              </a:defRPr>
            </a:lvl2pPr>
            <a:lvl3pPr lvl="2" algn="ctr">
              <a:spcBef>
                <a:spcPts val="0"/>
              </a:spcBef>
              <a:spcAft>
                <a:spcPts val="0"/>
              </a:spcAft>
              <a:buClr>
                <a:schemeClr val="lt1"/>
              </a:buClr>
              <a:buSzPts val="5000"/>
              <a:buNone/>
              <a:defRPr b="1" sz="5000">
                <a:solidFill>
                  <a:schemeClr val="lt1"/>
                </a:solidFill>
              </a:defRPr>
            </a:lvl3pPr>
            <a:lvl4pPr lvl="3" algn="ctr">
              <a:spcBef>
                <a:spcPts val="0"/>
              </a:spcBef>
              <a:spcAft>
                <a:spcPts val="0"/>
              </a:spcAft>
              <a:buClr>
                <a:schemeClr val="lt1"/>
              </a:buClr>
              <a:buSzPts val="5000"/>
              <a:buNone/>
              <a:defRPr b="1" sz="5000">
                <a:solidFill>
                  <a:schemeClr val="lt1"/>
                </a:solidFill>
              </a:defRPr>
            </a:lvl4pPr>
            <a:lvl5pPr lvl="4" algn="ctr">
              <a:spcBef>
                <a:spcPts val="0"/>
              </a:spcBef>
              <a:spcAft>
                <a:spcPts val="0"/>
              </a:spcAft>
              <a:buClr>
                <a:schemeClr val="lt1"/>
              </a:buClr>
              <a:buSzPts val="5000"/>
              <a:buNone/>
              <a:defRPr b="1" sz="5000">
                <a:solidFill>
                  <a:schemeClr val="lt1"/>
                </a:solidFill>
              </a:defRPr>
            </a:lvl5pPr>
            <a:lvl6pPr lvl="5" algn="ctr">
              <a:spcBef>
                <a:spcPts val="0"/>
              </a:spcBef>
              <a:spcAft>
                <a:spcPts val="0"/>
              </a:spcAft>
              <a:buClr>
                <a:schemeClr val="lt1"/>
              </a:buClr>
              <a:buSzPts val="5000"/>
              <a:buNone/>
              <a:defRPr b="1" sz="5000">
                <a:solidFill>
                  <a:schemeClr val="lt1"/>
                </a:solidFill>
              </a:defRPr>
            </a:lvl6pPr>
            <a:lvl7pPr lvl="6" algn="ctr">
              <a:spcBef>
                <a:spcPts val="0"/>
              </a:spcBef>
              <a:spcAft>
                <a:spcPts val="0"/>
              </a:spcAft>
              <a:buClr>
                <a:schemeClr val="lt1"/>
              </a:buClr>
              <a:buSzPts val="5000"/>
              <a:buNone/>
              <a:defRPr b="1" sz="5000">
                <a:solidFill>
                  <a:schemeClr val="lt1"/>
                </a:solidFill>
              </a:defRPr>
            </a:lvl7pPr>
            <a:lvl8pPr lvl="7" algn="ctr">
              <a:spcBef>
                <a:spcPts val="0"/>
              </a:spcBef>
              <a:spcAft>
                <a:spcPts val="0"/>
              </a:spcAft>
              <a:buClr>
                <a:schemeClr val="lt1"/>
              </a:buClr>
              <a:buSzPts val="5000"/>
              <a:buNone/>
              <a:defRPr b="1" sz="5000">
                <a:solidFill>
                  <a:schemeClr val="lt1"/>
                </a:solidFill>
              </a:defRPr>
            </a:lvl8pPr>
            <a:lvl9pPr lvl="8" algn="ctr">
              <a:spcBef>
                <a:spcPts val="0"/>
              </a:spcBef>
              <a:spcAft>
                <a:spcPts val="0"/>
              </a:spcAft>
              <a:buClr>
                <a:schemeClr val="lt1"/>
              </a:buClr>
              <a:buSzPts val="5000"/>
              <a:buNone/>
              <a:defRPr b="1" sz="5000">
                <a:solidFill>
                  <a:schemeClr val="lt1"/>
                </a:solidFill>
              </a:defRPr>
            </a:lvl9pPr>
          </a:lstStyle>
          <a:p>
            <a:r>
              <a:t>xx%</a:t>
            </a:r>
          </a:p>
        </p:txBody>
      </p:sp>
      <p:sp>
        <p:nvSpPr>
          <p:cNvPr id="311" name="Google Shape;311;p41"/>
          <p:cNvSpPr txBox="1"/>
          <p:nvPr>
            <p:ph idx="4" type="subTitle"/>
          </p:nvPr>
        </p:nvSpPr>
        <p:spPr>
          <a:xfrm>
            <a:off x="713250" y="4139179"/>
            <a:ext cx="7717500" cy="364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1pPr>
            <a:lvl2pPr lvl="1"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2pPr>
            <a:lvl3pPr lvl="2"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3pPr>
            <a:lvl4pPr lvl="3"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4pPr>
            <a:lvl5pPr lvl="4"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5pPr>
            <a:lvl6pPr lvl="5"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6pPr>
            <a:lvl7pPr lvl="6"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7pPr>
            <a:lvl8pPr lvl="7"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8pPr>
            <a:lvl9pPr lvl="8" algn="ctr">
              <a:lnSpc>
                <a:spcPct val="100000"/>
              </a:lnSpc>
              <a:spcBef>
                <a:spcPts val="0"/>
              </a:spcBef>
              <a:spcAft>
                <a:spcPts val="0"/>
              </a:spcAft>
              <a:buClr>
                <a:schemeClr val="lt1"/>
              </a:buClr>
              <a:buSzPts val="1400"/>
              <a:buFont typeface="Didact Gothic"/>
              <a:buNone/>
              <a:defRPr sz="1400">
                <a:solidFill>
                  <a:schemeClr val="lt1"/>
                </a:solidFill>
                <a:latin typeface="Didact Gothic"/>
                <a:ea typeface="Didact Gothic"/>
                <a:cs typeface="Didact Gothic"/>
                <a:sym typeface="Didact Gothic"/>
              </a:defRPr>
            </a:lvl9pPr>
          </a:lstStyle>
          <a:p/>
        </p:txBody>
      </p:sp>
      <p:sp>
        <p:nvSpPr>
          <p:cNvPr id="312" name="Google Shape;312;p41"/>
          <p:cNvSpPr txBox="1"/>
          <p:nvPr>
            <p:ph hasCustomPrompt="1" idx="5" type="title"/>
          </p:nvPr>
        </p:nvSpPr>
        <p:spPr>
          <a:xfrm>
            <a:off x="713227" y="3514371"/>
            <a:ext cx="7717500" cy="753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5000"/>
              <a:buNone/>
              <a:defRPr b="1" sz="5000">
                <a:solidFill>
                  <a:schemeClr val="lt1"/>
                </a:solidFill>
              </a:defRPr>
            </a:lvl1pPr>
            <a:lvl2pPr lvl="1" algn="ctr">
              <a:spcBef>
                <a:spcPts val="0"/>
              </a:spcBef>
              <a:spcAft>
                <a:spcPts val="0"/>
              </a:spcAft>
              <a:buClr>
                <a:schemeClr val="lt1"/>
              </a:buClr>
              <a:buSzPts val="5000"/>
              <a:buNone/>
              <a:defRPr b="1" sz="5000">
                <a:solidFill>
                  <a:schemeClr val="lt1"/>
                </a:solidFill>
              </a:defRPr>
            </a:lvl2pPr>
            <a:lvl3pPr lvl="2" algn="ctr">
              <a:spcBef>
                <a:spcPts val="0"/>
              </a:spcBef>
              <a:spcAft>
                <a:spcPts val="0"/>
              </a:spcAft>
              <a:buClr>
                <a:schemeClr val="lt1"/>
              </a:buClr>
              <a:buSzPts val="5000"/>
              <a:buNone/>
              <a:defRPr b="1" sz="5000">
                <a:solidFill>
                  <a:schemeClr val="lt1"/>
                </a:solidFill>
              </a:defRPr>
            </a:lvl3pPr>
            <a:lvl4pPr lvl="3" algn="ctr">
              <a:spcBef>
                <a:spcPts val="0"/>
              </a:spcBef>
              <a:spcAft>
                <a:spcPts val="0"/>
              </a:spcAft>
              <a:buClr>
                <a:schemeClr val="lt1"/>
              </a:buClr>
              <a:buSzPts val="5000"/>
              <a:buNone/>
              <a:defRPr b="1" sz="5000">
                <a:solidFill>
                  <a:schemeClr val="lt1"/>
                </a:solidFill>
              </a:defRPr>
            </a:lvl4pPr>
            <a:lvl5pPr lvl="4" algn="ctr">
              <a:spcBef>
                <a:spcPts val="0"/>
              </a:spcBef>
              <a:spcAft>
                <a:spcPts val="0"/>
              </a:spcAft>
              <a:buClr>
                <a:schemeClr val="lt1"/>
              </a:buClr>
              <a:buSzPts val="5000"/>
              <a:buNone/>
              <a:defRPr b="1" sz="5000">
                <a:solidFill>
                  <a:schemeClr val="lt1"/>
                </a:solidFill>
              </a:defRPr>
            </a:lvl5pPr>
            <a:lvl6pPr lvl="5" algn="ctr">
              <a:spcBef>
                <a:spcPts val="0"/>
              </a:spcBef>
              <a:spcAft>
                <a:spcPts val="0"/>
              </a:spcAft>
              <a:buClr>
                <a:schemeClr val="lt1"/>
              </a:buClr>
              <a:buSzPts val="5000"/>
              <a:buNone/>
              <a:defRPr b="1" sz="5000">
                <a:solidFill>
                  <a:schemeClr val="lt1"/>
                </a:solidFill>
              </a:defRPr>
            </a:lvl6pPr>
            <a:lvl7pPr lvl="6" algn="ctr">
              <a:spcBef>
                <a:spcPts val="0"/>
              </a:spcBef>
              <a:spcAft>
                <a:spcPts val="0"/>
              </a:spcAft>
              <a:buClr>
                <a:schemeClr val="lt1"/>
              </a:buClr>
              <a:buSzPts val="5000"/>
              <a:buNone/>
              <a:defRPr b="1" sz="5000">
                <a:solidFill>
                  <a:schemeClr val="lt1"/>
                </a:solidFill>
              </a:defRPr>
            </a:lvl7pPr>
            <a:lvl8pPr lvl="7" algn="ctr">
              <a:spcBef>
                <a:spcPts val="0"/>
              </a:spcBef>
              <a:spcAft>
                <a:spcPts val="0"/>
              </a:spcAft>
              <a:buClr>
                <a:schemeClr val="lt1"/>
              </a:buClr>
              <a:buSzPts val="5000"/>
              <a:buNone/>
              <a:defRPr b="1" sz="5000">
                <a:solidFill>
                  <a:schemeClr val="lt1"/>
                </a:solidFill>
              </a:defRPr>
            </a:lvl8pPr>
            <a:lvl9pPr lvl="8" algn="ctr">
              <a:spcBef>
                <a:spcPts val="0"/>
              </a:spcBef>
              <a:spcAft>
                <a:spcPts val="0"/>
              </a:spcAft>
              <a:buClr>
                <a:schemeClr val="lt1"/>
              </a:buClr>
              <a:buSzPts val="5000"/>
              <a:buNone/>
              <a:defRPr b="1" sz="5000">
                <a:solidFill>
                  <a:schemeClr val="lt1"/>
                </a:solidFill>
              </a:defRPr>
            </a:lvl9pPr>
          </a:lstStyle>
          <a:p>
            <a:r>
              <a:t>xx%</a:t>
            </a:r>
          </a:p>
        </p:txBody>
      </p:sp>
      <p:sp>
        <p:nvSpPr>
          <p:cNvPr id="313" name="Google Shape;313;p41"/>
          <p:cNvSpPr/>
          <p:nvPr/>
        </p:nvSpPr>
        <p:spPr>
          <a:xfrm rot="10800000">
            <a:off x="5913650" y="-411375"/>
            <a:ext cx="5264100" cy="2697600"/>
          </a:xfrm>
          <a:prstGeom prst="triangle">
            <a:avLst>
              <a:gd fmla="val 50000"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1"/>
          <p:cNvSpPr/>
          <p:nvPr/>
        </p:nvSpPr>
        <p:spPr>
          <a:xfrm>
            <a:off x="-5191825" y="2310500"/>
            <a:ext cx="7403100" cy="3794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1"/>
          <p:cNvSpPr/>
          <p:nvPr/>
        </p:nvSpPr>
        <p:spPr>
          <a:xfrm flipH="1">
            <a:off x="-924100" y="3997950"/>
            <a:ext cx="3329700" cy="1561800"/>
          </a:xfrm>
          <a:prstGeom prst="triangle">
            <a:avLst>
              <a:gd fmla="val 50000"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34">
    <p:spTree>
      <p:nvGrpSpPr>
        <p:cNvPr id="316" name="Shape 316"/>
        <p:cNvGrpSpPr/>
        <p:nvPr/>
      </p:nvGrpSpPr>
      <p:grpSpPr>
        <a:xfrm>
          <a:off x="0" y="0"/>
          <a:ext cx="0" cy="0"/>
          <a:chOff x="0" y="0"/>
          <a:chExt cx="0" cy="0"/>
        </a:xfrm>
      </p:grpSpPr>
      <p:sp>
        <p:nvSpPr>
          <p:cNvPr id="317" name="Google Shape;317;p42"/>
          <p:cNvSpPr txBox="1"/>
          <p:nvPr>
            <p:ph type="title"/>
          </p:nvPr>
        </p:nvSpPr>
        <p:spPr>
          <a:xfrm>
            <a:off x="716550" y="530725"/>
            <a:ext cx="77109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
        <p:nvSpPr>
          <p:cNvPr id="318" name="Google Shape;318;p42"/>
          <p:cNvSpPr/>
          <p:nvPr/>
        </p:nvSpPr>
        <p:spPr>
          <a:xfrm>
            <a:off x="-1681400" y="2482100"/>
            <a:ext cx="3405900" cy="33024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19" name="Google Shape;319;p42"/>
          <p:cNvSpPr/>
          <p:nvPr/>
        </p:nvSpPr>
        <p:spPr>
          <a:xfrm rot="10800000">
            <a:off x="6494725" y="-1182250"/>
            <a:ext cx="3405900" cy="33024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20" name="Google Shape;320;p42"/>
          <p:cNvSpPr/>
          <p:nvPr/>
        </p:nvSpPr>
        <p:spPr>
          <a:xfrm rot="10800000">
            <a:off x="5454700" y="-1789325"/>
            <a:ext cx="5364900" cy="25164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2"/>
          <p:cNvSpPr txBox="1"/>
          <p:nvPr>
            <p:ph idx="2" type="title"/>
          </p:nvPr>
        </p:nvSpPr>
        <p:spPr>
          <a:xfrm>
            <a:off x="928050" y="3565775"/>
            <a:ext cx="1509600" cy="333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322" name="Google Shape;322;p42"/>
          <p:cNvSpPr txBox="1"/>
          <p:nvPr>
            <p:ph idx="1" type="subTitle"/>
          </p:nvPr>
        </p:nvSpPr>
        <p:spPr>
          <a:xfrm>
            <a:off x="758850" y="3950490"/>
            <a:ext cx="1848000" cy="3909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323" name="Google Shape;323;p42"/>
          <p:cNvSpPr txBox="1"/>
          <p:nvPr>
            <p:ph idx="3" type="title"/>
          </p:nvPr>
        </p:nvSpPr>
        <p:spPr>
          <a:xfrm>
            <a:off x="6686827" y="3565775"/>
            <a:ext cx="1509600" cy="333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324" name="Google Shape;324;p42"/>
          <p:cNvSpPr txBox="1"/>
          <p:nvPr>
            <p:ph idx="4" type="subTitle"/>
          </p:nvPr>
        </p:nvSpPr>
        <p:spPr>
          <a:xfrm>
            <a:off x="6517622" y="3950490"/>
            <a:ext cx="1848000" cy="3909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325" name="Google Shape;325;p42"/>
          <p:cNvSpPr txBox="1"/>
          <p:nvPr>
            <p:ph idx="5" type="title"/>
          </p:nvPr>
        </p:nvSpPr>
        <p:spPr>
          <a:xfrm>
            <a:off x="3815126" y="3565775"/>
            <a:ext cx="1509600" cy="333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326" name="Google Shape;326;p42"/>
          <p:cNvSpPr txBox="1"/>
          <p:nvPr>
            <p:ph idx="6" type="subTitle"/>
          </p:nvPr>
        </p:nvSpPr>
        <p:spPr>
          <a:xfrm>
            <a:off x="3645921" y="3950490"/>
            <a:ext cx="1848000" cy="3909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327" name="Google Shape;327;p42"/>
          <p:cNvSpPr txBox="1"/>
          <p:nvPr>
            <p:ph hasCustomPrompt="1" idx="7" type="title"/>
          </p:nvPr>
        </p:nvSpPr>
        <p:spPr>
          <a:xfrm>
            <a:off x="4006513" y="2497875"/>
            <a:ext cx="1131000" cy="390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2500"/>
              <a:buNone/>
              <a:defRPr b="1" sz="2500">
                <a:solidFill>
                  <a:schemeClr val="dk1"/>
                </a:solidFill>
              </a:defRPr>
            </a:lvl1pPr>
            <a:lvl2pPr lvl="1" algn="ctr">
              <a:spcBef>
                <a:spcPts val="0"/>
              </a:spcBef>
              <a:spcAft>
                <a:spcPts val="0"/>
              </a:spcAft>
              <a:buClr>
                <a:schemeClr val="dk1"/>
              </a:buClr>
              <a:buSzPts val="2500"/>
              <a:buNone/>
              <a:defRPr b="1" sz="2500">
                <a:solidFill>
                  <a:schemeClr val="dk1"/>
                </a:solidFill>
              </a:defRPr>
            </a:lvl2pPr>
            <a:lvl3pPr lvl="2" algn="ctr">
              <a:spcBef>
                <a:spcPts val="0"/>
              </a:spcBef>
              <a:spcAft>
                <a:spcPts val="0"/>
              </a:spcAft>
              <a:buClr>
                <a:schemeClr val="dk1"/>
              </a:buClr>
              <a:buSzPts val="2500"/>
              <a:buNone/>
              <a:defRPr b="1" sz="2500">
                <a:solidFill>
                  <a:schemeClr val="dk1"/>
                </a:solidFill>
              </a:defRPr>
            </a:lvl3pPr>
            <a:lvl4pPr lvl="3" algn="ctr">
              <a:spcBef>
                <a:spcPts val="0"/>
              </a:spcBef>
              <a:spcAft>
                <a:spcPts val="0"/>
              </a:spcAft>
              <a:buClr>
                <a:schemeClr val="dk1"/>
              </a:buClr>
              <a:buSzPts val="2500"/>
              <a:buNone/>
              <a:defRPr b="1" sz="2500">
                <a:solidFill>
                  <a:schemeClr val="dk1"/>
                </a:solidFill>
              </a:defRPr>
            </a:lvl4pPr>
            <a:lvl5pPr lvl="4" algn="ctr">
              <a:spcBef>
                <a:spcPts val="0"/>
              </a:spcBef>
              <a:spcAft>
                <a:spcPts val="0"/>
              </a:spcAft>
              <a:buClr>
                <a:schemeClr val="dk1"/>
              </a:buClr>
              <a:buSzPts val="2500"/>
              <a:buNone/>
              <a:defRPr b="1" sz="2500">
                <a:solidFill>
                  <a:schemeClr val="dk1"/>
                </a:solidFill>
              </a:defRPr>
            </a:lvl5pPr>
            <a:lvl6pPr lvl="5" algn="ctr">
              <a:spcBef>
                <a:spcPts val="0"/>
              </a:spcBef>
              <a:spcAft>
                <a:spcPts val="0"/>
              </a:spcAft>
              <a:buClr>
                <a:schemeClr val="dk1"/>
              </a:buClr>
              <a:buSzPts val="2500"/>
              <a:buNone/>
              <a:defRPr b="1" sz="2500">
                <a:solidFill>
                  <a:schemeClr val="dk1"/>
                </a:solidFill>
              </a:defRPr>
            </a:lvl6pPr>
            <a:lvl7pPr lvl="6" algn="ctr">
              <a:spcBef>
                <a:spcPts val="0"/>
              </a:spcBef>
              <a:spcAft>
                <a:spcPts val="0"/>
              </a:spcAft>
              <a:buClr>
                <a:schemeClr val="dk1"/>
              </a:buClr>
              <a:buSzPts val="2500"/>
              <a:buNone/>
              <a:defRPr b="1" sz="2500">
                <a:solidFill>
                  <a:schemeClr val="dk1"/>
                </a:solidFill>
              </a:defRPr>
            </a:lvl7pPr>
            <a:lvl8pPr lvl="7" algn="ctr">
              <a:spcBef>
                <a:spcPts val="0"/>
              </a:spcBef>
              <a:spcAft>
                <a:spcPts val="0"/>
              </a:spcAft>
              <a:buClr>
                <a:schemeClr val="dk1"/>
              </a:buClr>
              <a:buSzPts val="2500"/>
              <a:buNone/>
              <a:defRPr b="1" sz="2500">
                <a:solidFill>
                  <a:schemeClr val="dk1"/>
                </a:solidFill>
              </a:defRPr>
            </a:lvl8pPr>
            <a:lvl9pPr lvl="8" algn="ctr">
              <a:spcBef>
                <a:spcPts val="0"/>
              </a:spcBef>
              <a:spcAft>
                <a:spcPts val="0"/>
              </a:spcAft>
              <a:buClr>
                <a:schemeClr val="dk1"/>
              </a:buClr>
              <a:buSzPts val="2500"/>
              <a:buNone/>
              <a:defRPr b="1" sz="2500">
                <a:solidFill>
                  <a:schemeClr val="dk1"/>
                </a:solidFill>
              </a:defRPr>
            </a:lvl9pPr>
          </a:lstStyle>
          <a:p>
            <a:r>
              <a:t>xx%</a:t>
            </a:r>
          </a:p>
        </p:txBody>
      </p:sp>
      <p:sp>
        <p:nvSpPr>
          <p:cNvPr id="328" name="Google Shape;328;p42"/>
          <p:cNvSpPr txBox="1"/>
          <p:nvPr>
            <p:ph hasCustomPrompt="1" idx="8" type="title"/>
          </p:nvPr>
        </p:nvSpPr>
        <p:spPr>
          <a:xfrm>
            <a:off x="1117350" y="2497873"/>
            <a:ext cx="1131000" cy="390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2500"/>
              <a:buNone/>
              <a:defRPr b="1" sz="2500">
                <a:solidFill>
                  <a:schemeClr val="dk1"/>
                </a:solidFill>
              </a:defRPr>
            </a:lvl1pPr>
            <a:lvl2pPr lvl="1" algn="ctr">
              <a:spcBef>
                <a:spcPts val="0"/>
              </a:spcBef>
              <a:spcAft>
                <a:spcPts val="0"/>
              </a:spcAft>
              <a:buClr>
                <a:schemeClr val="dk1"/>
              </a:buClr>
              <a:buSzPts val="2500"/>
              <a:buNone/>
              <a:defRPr b="1" sz="2500">
                <a:solidFill>
                  <a:schemeClr val="dk1"/>
                </a:solidFill>
              </a:defRPr>
            </a:lvl2pPr>
            <a:lvl3pPr lvl="2" algn="ctr">
              <a:spcBef>
                <a:spcPts val="0"/>
              </a:spcBef>
              <a:spcAft>
                <a:spcPts val="0"/>
              </a:spcAft>
              <a:buClr>
                <a:schemeClr val="dk1"/>
              </a:buClr>
              <a:buSzPts val="2500"/>
              <a:buNone/>
              <a:defRPr b="1" sz="2500">
                <a:solidFill>
                  <a:schemeClr val="dk1"/>
                </a:solidFill>
              </a:defRPr>
            </a:lvl3pPr>
            <a:lvl4pPr lvl="3" algn="ctr">
              <a:spcBef>
                <a:spcPts val="0"/>
              </a:spcBef>
              <a:spcAft>
                <a:spcPts val="0"/>
              </a:spcAft>
              <a:buClr>
                <a:schemeClr val="dk1"/>
              </a:buClr>
              <a:buSzPts val="2500"/>
              <a:buNone/>
              <a:defRPr b="1" sz="2500">
                <a:solidFill>
                  <a:schemeClr val="dk1"/>
                </a:solidFill>
              </a:defRPr>
            </a:lvl4pPr>
            <a:lvl5pPr lvl="4" algn="ctr">
              <a:spcBef>
                <a:spcPts val="0"/>
              </a:spcBef>
              <a:spcAft>
                <a:spcPts val="0"/>
              </a:spcAft>
              <a:buClr>
                <a:schemeClr val="dk1"/>
              </a:buClr>
              <a:buSzPts val="2500"/>
              <a:buNone/>
              <a:defRPr b="1" sz="2500">
                <a:solidFill>
                  <a:schemeClr val="dk1"/>
                </a:solidFill>
              </a:defRPr>
            </a:lvl5pPr>
            <a:lvl6pPr lvl="5" algn="ctr">
              <a:spcBef>
                <a:spcPts val="0"/>
              </a:spcBef>
              <a:spcAft>
                <a:spcPts val="0"/>
              </a:spcAft>
              <a:buClr>
                <a:schemeClr val="dk1"/>
              </a:buClr>
              <a:buSzPts val="2500"/>
              <a:buNone/>
              <a:defRPr b="1" sz="2500">
                <a:solidFill>
                  <a:schemeClr val="dk1"/>
                </a:solidFill>
              </a:defRPr>
            </a:lvl6pPr>
            <a:lvl7pPr lvl="6" algn="ctr">
              <a:spcBef>
                <a:spcPts val="0"/>
              </a:spcBef>
              <a:spcAft>
                <a:spcPts val="0"/>
              </a:spcAft>
              <a:buClr>
                <a:schemeClr val="dk1"/>
              </a:buClr>
              <a:buSzPts val="2500"/>
              <a:buNone/>
              <a:defRPr b="1" sz="2500">
                <a:solidFill>
                  <a:schemeClr val="dk1"/>
                </a:solidFill>
              </a:defRPr>
            </a:lvl7pPr>
            <a:lvl8pPr lvl="7" algn="ctr">
              <a:spcBef>
                <a:spcPts val="0"/>
              </a:spcBef>
              <a:spcAft>
                <a:spcPts val="0"/>
              </a:spcAft>
              <a:buClr>
                <a:schemeClr val="dk1"/>
              </a:buClr>
              <a:buSzPts val="2500"/>
              <a:buNone/>
              <a:defRPr b="1" sz="2500">
                <a:solidFill>
                  <a:schemeClr val="dk1"/>
                </a:solidFill>
              </a:defRPr>
            </a:lvl8pPr>
            <a:lvl9pPr lvl="8" algn="ctr">
              <a:spcBef>
                <a:spcPts val="0"/>
              </a:spcBef>
              <a:spcAft>
                <a:spcPts val="0"/>
              </a:spcAft>
              <a:buClr>
                <a:schemeClr val="dk1"/>
              </a:buClr>
              <a:buSzPts val="2500"/>
              <a:buNone/>
              <a:defRPr b="1" sz="2500">
                <a:solidFill>
                  <a:schemeClr val="dk1"/>
                </a:solidFill>
              </a:defRPr>
            </a:lvl9pPr>
          </a:lstStyle>
          <a:p>
            <a:r>
              <a:t>xx%</a:t>
            </a:r>
          </a:p>
        </p:txBody>
      </p:sp>
      <p:sp>
        <p:nvSpPr>
          <p:cNvPr id="329" name="Google Shape;329;p42"/>
          <p:cNvSpPr txBox="1"/>
          <p:nvPr>
            <p:ph hasCustomPrompt="1" idx="9" type="title"/>
          </p:nvPr>
        </p:nvSpPr>
        <p:spPr>
          <a:xfrm>
            <a:off x="6876113" y="2497873"/>
            <a:ext cx="1131000" cy="390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2500"/>
              <a:buNone/>
              <a:defRPr b="1" sz="2500">
                <a:solidFill>
                  <a:schemeClr val="dk1"/>
                </a:solidFill>
              </a:defRPr>
            </a:lvl1pPr>
            <a:lvl2pPr lvl="1" algn="ctr">
              <a:spcBef>
                <a:spcPts val="0"/>
              </a:spcBef>
              <a:spcAft>
                <a:spcPts val="0"/>
              </a:spcAft>
              <a:buClr>
                <a:schemeClr val="dk1"/>
              </a:buClr>
              <a:buSzPts val="2500"/>
              <a:buNone/>
              <a:defRPr b="1" sz="2500">
                <a:solidFill>
                  <a:schemeClr val="dk1"/>
                </a:solidFill>
              </a:defRPr>
            </a:lvl2pPr>
            <a:lvl3pPr lvl="2" algn="ctr">
              <a:spcBef>
                <a:spcPts val="0"/>
              </a:spcBef>
              <a:spcAft>
                <a:spcPts val="0"/>
              </a:spcAft>
              <a:buClr>
                <a:schemeClr val="dk1"/>
              </a:buClr>
              <a:buSzPts val="2500"/>
              <a:buNone/>
              <a:defRPr b="1" sz="2500">
                <a:solidFill>
                  <a:schemeClr val="dk1"/>
                </a:solidFill>
              </a:defRPr>
            </a:lvl3pPr>
            <a:lvl4pPr lvl="3" algn="ctr">
              <a:spcBef>
                <a:spcPts val="0"/>
              </a:spcBef>
              <a:spcAft>
                <a:spcPts val="0"/>
              </a:spcAft>
              <a:buClr>
                <a:schemeClr val="dk1"/>
              </a:buClr>
              <a:buSzPts val="2500"/>
              <a:buNone/>
              <a:defRPr b="1" sz="2500">
                <a:solidFill>
                  <a:schemeClr val="dk1"/>
                </a:solidFill>
              </a:defRPr>
            </a:lvl4pPr>
            <a:lvl5pPr lvl="4" algn="ctr">
              <a:spcBef>
                <a:spcPts val="0"/>
              </a:spcBef>
              <a:spcAft>
                <a:spcPts val="0"/>
              </a:spcAft>
              <a:buClr>
                <a:schemeClr val="dk1"/>
              </a:buClr>
              <a:buSzPts val="2500"/>
              <a:buNone/>
              <a:defRPr b="1" sz="2500">
                <a:solidFill>
                  <a:schemeClr val="dk1"/>
                </a:solidFill>
              </a:defRPr>
            </a:lvl5pPr>
            <a:lvl6pPr lvl="5" algn="ctr">
              <a:spcBef>
                <a:spcPts val="0"/>
              </a:spcBef>
              <a:spcAft>
                <a:spcPts val="0"/>
              </a:spcAft>
              <a:buClr>
                <a:schemeClr val="dk1"/>
              </a:buClr>
              <a:buSzPts val="2500"/>
              <a:buNone/>
              <a:defRPr b="1" sz="2500">
                <a:solidFill>
                  <a:schemeClr val="dk1"/>
                </a:solidFill>
              </a:defRPr>
            </a:lvl6pPr>
            <a:lvl7pPr lvl="6" algn="ctr">
              <a:spcBef>
                <a:spcPts val="0"/>
              </a:spcBef>
              <a:spcAft>
                <a:spcPts val="0"/>
              </a:spcAft>
              <a:buClr>
                <a:schemeClr val="dk1"/>
              </a:buClr>
              <a:buSzPts val="2500"/>
              <a:buNone/>
              <a:defRPr b="1" sz="2500">
                <a:solidFill>
                  <a:schemeClr val="dk1"/>
                </a:solidFill>
              </a:defRPr>
            </a:lvl7pPr>
            <a:lvl8pPr lvl="7" algn="ctr">
              <a:spcBef>
                <a:spcPts val="0"/>
              </a:spcBef>
              <a:spcAft>
                <a:spcPts val="0"/>
              </a:spcAft>
              <a:buClr>
                <a:schemeClr val="dk1"/>
              </a:buClr>
              <a:buSzPts val="2500"/>
              <a:buNone/>
              <a:defRPr b="1" sz="2500">
                <a:solidFill>
                  <a:schemeClr val="dk1"/>
                </a:solidFill>
              </a:defRPr>
            </a:lvl8pPr>
            <a:lvl9pPr lvl="8" algn="ctr">
              <a:spcBef>
                <a:spcPts val="0"/>
              </a:spcBef>
              <a:spcAft>
                <a:spcPts val="0"/>
              </a:spcAft>
              <a:buClr>
                <a:schemeClr val="dk1"/>
              </a:buClr>
              <a:buSzPts val="2500"/>
              <a:buNone/>
              <a:defRPr b="1" sz="2500">
                <a:solidFill>
                  <a:schemeClr val="dk1"/>
                </a:solidFill>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8">
    <p:bg>
      <p:bgPr>
        <a:solidFill>
          <a:schemeClr val="dk1"/>
        </a:solidFill>
      </p:bgPr>
    </p:bg>
    <p:spTree>
      <p:nvGrpSpPr>
        <p:cNvPr id="330" name="Shape 330"/>
        <p:cNvGrpSpPr/>
        <p:nvPr/>
      </p:nvGrpSpPr>
      <p:grpSpPr>
        <a:xfrm>
          <a:off x="0" y="0"/>
          <a:ext cx="0" cy="0"/>
          <a:chOff x="0" y="0"/>
          <a:chExt cx="0" cy="0"/>
        </a:xfrm>
      </p:grpSpPr>
      <p:sp>
        <p:nvSpPr>
          <p:cNvPr id="331" name="Google Shape;331;p43"/>
          <p:cNvSpPr/>
          <p:nvPr/>
        </p:nvSpPr>
        <p:spPr>
          <a:xfrm>
            <a:off x="4165600" y="2820426"/>
            <a:ext cx="8077200" cy="3875700"/>
          </a:xfrm>
          <a:prstGeom prst="triangle">
            <a:avLst>
              <a:gd fmla="val 50000"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idact Gothic"/>
              <a:ea typeface="Didact Gothic"/>
              <a:cs typeface="Didact Gothic"/>
              <a:sym typeface="Didact Gothic"/>
            </a:endParaRPr>
          </a:p>
        </p:txBody>
      </p:sp>
      <p:sp>
        <p:nvSpPr>
          <p:cNvPr id="332" name="Google Shape;332;p43"/>
          <p:cNvSpPr/>
          <p:nvPr/>
        </p:nvSpPr>
        <p:spPr>
          <a:xfrm rot="10800000">
            <a:off x="-1006525" y="-294700"/>
            <a:ext cx="4029300" cy="19335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3"/>
          <p:cNvSpPr txBox="1"/>
          <p:nvPr>
            <p:ph type="title"/>
          </p:nvPr>
        </p:nvSpPr>
        <p:spPr>
          <a:xfrm>
            <a:off x="713250" y="672738"/>
            <a:ext cx="7717500" cy="1296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2500"/>
              <a:buNone/>
              <a:defRPr b="1" sz="5000">
                <a:solidFill>
                  <a:schemeClr val="accent5"/>
                </a:solidFill>
              </a:defRPr>
            </a:lvl1pPr>
            <a:lvl2pPr lvl="1">
              <a:spcBef>
                <a:spcPts val="0"/>
              </a:spcBef>
              <a:spcAft>
                <a:spcPts val="0"/>
              </a:spcAft>
              <a:buClr>
                <a:schemeClr val="lt1"/>
              </a:buClr>
              <a:buSzPts val="2500"/>
              <a:buNone/>
              <a:defRPr b="1">
                <a:solidFill>
                  <a:schemeClr val="lt1"/>
                </a:solidFill>
              </a:defRPr>
            </a:lvl2pPr>
            <a:lvl3pPr lvl="2">
              <a:spcBef>
                <a:spcPts val="0"/>
              </a:spcBef>
              <a:spcAft>
                <a:spcPts val="0"/>
              </a:spcAft>
              <a:buClr>
                <a:schemeClr val="lt1"/>
              </a:buClr>
              <a:buSzPts val="2500"/>
              <a:buNone/>
              <a:defRPr b="1">
                <a:solidFill>
                  <a:schemeClr val="lt1"/>
                </a:solidFill>
              </a:defRPr>
            </a:lvl3pPr>
            <a:lvl4pPr lvl="3">
              <a:spcBef>
                <a:spcPts val="0"/>
              </a:spcBef>
              <a:spcAft>
                <a:spcPts val="0"/>
              </a:spcAft>
              <a:buClr>
                <a:schemeClr val="lt1"/>
              </a:buClr>
              <a:buSzPts val="2500"/>
              <a:buNone/>
              <a:defRPr b="1">
                <a:solidFill>
                  <a:schemeClr val="lt1"/>
                </a:solidFill>
              </a:defRPr>
            </a:lvl4pPr>
            <a:lvl5pPr lvl="4">
              <a:spcBef>
                <a:spcPts val="0"/>
              </a:spcBef>
              <a:spcAft>
                <a:spcPts val="0"/>
              </a:spcAft>
              <a:buClr>
                <a:schemeClr val="lt1"/>
              </a:buClr>
              <a:buSzPts val="2500"/>
              <a:buNone/>
              <a:defRPr b="1">
                <a:solidFill>
                  <a:schemeClr val="lt1"/>
                </a:solidFill>
              </a:defRPr>
            </a:lvl5pPr>
            <a:lvl6pPr lvl="5">
              <a:spcBef>
                <a:spcPts val="0"/>
              </a:spcBef>
              <a:spcAft>
                <a:spcPts val="0"/>
              </a:spcAft>
              <a:buClr>
                <a:schemeClr val="lt1"/>
              </a:buClr>
              <a:buSzPts val="2500"/>
              <a:buNone/>
              <a:defRPr b="1">
                <a:solidFill>
                  <a:schemeClr val="lt1"/>
                </a:solidFill>
              </a:defRPr>
            </a:lvl6pPr>
            <a:lvl7pPr lvl="6">
              <a:spcBef>
                <a:spcPts val="0"/>
              </a:spcBef>
              <a:spcAft>
                <a:spcPts val="0"/>
              </a:spcAft>
              <a:buClr>
                <a:schemeClr val="lt1"/>
              </a:buClr>
              <a:buSzPts val="2500"/>
              <a:buNone/>
              <a:defRPr b="1">
                <a:solidFill>
                  <a:schemeClr val="lt1"/>
                </a:solidFill>
              </a:defRPr>
            </a:lvl7pPr>
            <a:lvl8pPr lvl="7">
              <a:spcBef>
                <a:spcPts val="0"/>
              </a:spcBef>
              <a:spcAft>
                <a:spcPts val="0"/>
              </a:spcAft>
              <a:buClr>
                <a:schemeClr val="lt1"/>
              </a:buClr>
              <a:buSzPts val="2500"/>
              <a:buNone/>
              <a:defRPr b="1">
                <a:solidFill>
                  <a:schemeClr val="lt1"/>
                </a:solidFill>
              </a:defRPr>
            </a:lvl8pPr>
            <a:lvl9pPr lvl="8">
              <a:spcBef>
                <a:spcPts val="0"/>
              </a:spcBef>
              <a:spcAft>
                <a:spcPts val="0"/>
              </a:spcAft>
              <a:buClr>
                <a:schemeClr val="lt1"/>
              </a:buClr>
              <a:buSzPts val="2500"/>
              <a:buNone/>
              <a:defRPr b="1">
                <a:solidFill>
                  <a:schemeClr val="lt1"/>
                </a:solidFill>
              </a:defRPr>
            </a:lvl9pPr>
          </a:lstStyle>
          <a:p/>
        </p:txBody>
      </p:sp>
      <p:sp>
        <p:nvSpPr>
          <p:cNvPr id="334" name="Google Shape;334;p43"/>
          <p:cNvSpPr txBox="1"/>
          <p:nvPr>
            <p:ph idx="1" type="body"/>
          </p:nvPr>
        </p:nvSpPr>
        <p:spPr>
          <a:xfrm>
            <a:off x="3068250" y="2129523"/>
            <a:ext cx="3007500" cy="690900"/>
          </a:xfrm>
          <a:prstGeom prst="rect">
            <a:avLst/>
          </a:prstGeom>
        </p:spPr>
        <p:txBody>
          <a:bodyPr anchorCtr="0" anchor="t" bIns="91425" lIns="91425" spcFirstLastPara="1" rIns="91425" wrap="square" tIns="91425">
            <a:noAutofit/>
          </a:bodyPr>
          <a:lstStyle>
            <a:lvl1pPr indent="-317500" lvl="0" marL="457200" algn="ctr">
              <a:lnSpc>
                <a:spcPct val="100000"/>
              </a:lnSpc>
              <a:spcBef>
                <a:spcPts val="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1pPr>
            <a:lvl2pPr indent="-317500" lvl="1" marL="914400">
              <a:spcBef>
                <a:spcPts val="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2pPr>
            <a:lvl3pPr indent="-317500" lvl="2" marL="1371600">
              <a:spcBef>
                <a:spcPts val="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3pPr>
            <a:lvl4pPr indent="-317500" lvl="3" marL="1828800">
              <a:spcBef>
                <a:spcPts val="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4pPr>
            <a:lvl5pPr indent="-317500" lvl="4" marL="2286000">
              <a:spcBef>
                <a:spcPts val="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5pPr>
            <a:lvl6pPr indent="-317500" lvl="5" marL="2743200">
              <a:spcBef>
                <a:spcPts val="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6pPr>
            <a:lvl7pPr indent="-317500" lvl="6" marL="3200400">
              <a:spcBef>
                <a:spcPts val="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7pPr>
            <a:lvl8pPr indent="-317500" lvl="7" marL="3657600">
              <a:spcBef>
                <a:spcPts val="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8pPr>
            <a:lvl9pPr indent="-317500" lvl="8" marL="4114800">
              <a:spcBef>
                <a:spcPts val="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9pPr>
          </a:lstStyle>
          <a:p/>
        </p:txBody>
      </p:sp>
      <p:sp>
        <p:nvSpPr>
          <p:cNvPr id="335" name="Google Shape;335;p43"/>
          <p:cNvSpPr txBox="1"/>
          <p:nvPr/>
        </p:nvSpPr>
        <p:spPr>
          <a:xfrm>
            <a:off x="2483550" y="3392650"/>
            <a:ext cx="4176900" cy="690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latin typeface="Didact Gothic"/>
                <a:ea typeface="Didact Gothic"/>
                <a:cs typeface="Didact Gothic"/>
                <a:sym typeface="Didact Gothic"/>
              </a:rPr>
              <a:t>CREDITS: This presentation template was created by </a:t>
            </a:r>
            <a:r>
              <a:rPr b="1" lang="en" sz="1100">
                <a:solidFill>
                  <a:schemeClr val="lt1"/>
                </a:solidFill>
                <a:uFill>
                  <a:noFill/>
                </a:uFill>
                <a:latin typeface="Didact Gothic"/>
                <a:ea typeface="Didact Gothic"/>
                <a:cs typeface="Didact Gothic"/>
                <a:sym typeface="Didact Gothic"/>
                <a:hlinkClick r:id="rId2">
                  <a:extLst>
                    <a:ext uri="{A12FA001-AC4F-418D-AE19-62706E023703}">
                      <ahyp:hlinkClr val="tx"/>
                    </a:ext>
                  </a:extLst>
                </a:hlinkClick>
              </a:rPr>
              <a:t>Slidesgo</a:t>
            </a:r>
            <a:r>
              <a:rPr lang="en" sz="1100">
                <a:solidFill>
                  <a:schemeClr val="lt1"/>
                </a:solidFill>
                <a:latin typeface="Didact Gothic"/>
                <a:ea typeface="Didact Gothic"/>
                <a:cs typeface="Didact Gothic"/>
                <a:sym typeface="Didact Gothic"/>
              </a:rPr>
              <a:t>, including icons, infographics &amp; images by </a:t>
            </a:r>
            <a:r>
              <a:rPr b="1" lang="en" sz="1100">
                <a:solidFill>
                  <a:schemeClr val="lt1"/>
                </a:solidFill>
                <a:uFill>
                  <a:noFill/>
                </a:uFill>
                <a:latin typeface="Didact Gothic"/>
                <a:ea typeface="Didact Gothic"/>
                <a:cs typeface="Didact Gothic"/>
                <a:sym typeface="Didact Gothic"/>
                <a:hlinkClick r:id="rId3">
                  <a:extLst>
                    <a:ext uri="{A12FA001-AC4F-418D-AE19-62706E023703}">
                      <ahyp:hlinkClr val="tx"/>
                    </a:ext>
                  </a:extLst>
                </a:hlinkClick>
              </a:rPr>
              <a:t>Freepik</a:t>
            </a:r>
            <a:r>
              <a:rPr lang="en" sz="1100">
                <a:solidFill>
                  <a:schemeClr val="lt1"/>
                </a:solidFill>
                <a:latin typeface="Didact Gothic"/>
                <a:ea typeface="Didact Gothic"/>
                <a:cs typeface="Didact Gothic"/>
                <a:sym typeface="Didact Gothic"/>
              </a:rPr>
              <a:t> </a:t>
            </a:r>
            <a:endParaRPr sz="1100">
              <a:solidFill>
                <a:schemeClr val="lt1"/>
              </a:solidFill>
              <a:latin typeface="Didact Gothic"/>
              <a:ea typeface="Didact Gothic"/>
              <a:cs typeface="Didact Gothic"/>
              <a:sym typeface="Didact Gothic"/>
            </a:endParaRPr>
          </a:p>
        </p:txBody>
      </p:sp>
      <p:sp>
        <p:nvSpPr>
          <p:cNvPr id="336" name="Google Shape;336;p43"/>
          <p:cNvSpPr txBox="1"/>
          <p:nvPr>
            <p:ph idx="2" type="subTitle"/>
          </p:nvPr>
        </p:nvSpPr>
        <p:spPr>
          <a:xfrm>
            <a:off x="3069175" y="1843125"/>
            <a:ext cx="3007500" cy="429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1pPr>
            <a:lvl2pPr lvl="1" algn="ctr">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2pPr>
            <a:lvl3pPr lvl="2" algn="ctr">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3pPr>
            <a:lvl4pPr lvl="3" algn="ctr">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4pPr>
            <a:lvl5pPr lvl="4" algn="ctr">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5pPr>
            <a:lvl6pPr lvl="5" algn="ctr">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6pPr>
            <a:lvl7pPr lvl="6" algn="ctr">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7pPr>
            <a:lvl8pPr lvl="7" algn="ctr">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8pPr>
            <a:lvl9pPr lvl="8" algn="ctr">
              <a:spcBef>
                <a:spcPts val="0"/>
              </a:spcBef>
              <a:spcAft>
                <a:spcPts val="0"/>
              </a:spcAft>
              <a:buClr>
                <a:schemeClr val="lt1"/>
              </a:buClr>
              <a:buSzPts val="1400"/>
              <a:buFont typeface="Didact Gothic"/>
              <a:buNone/>
              <a:defRPr>
                <a:solidFill>
                  <a:schemeClr val="lt1"/>
                </a:solidFill>
                <a:latin typeface="Didact Gothic"/>
                <a:ea typeface="Didact Gothic"/>
                <a:cs typeface="Didact Gothic"/>
                <a:sym typeface="Didact Gothic"/>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BODY_1_1">
    <p:bg>
      <p:bgPr>
        <a:solidFill>
          <a:schemeClr val="accent5"/>
        </a:solidFill>
      </p:bgPr>
    </p:bg>
    <p:spTree>
      <p:nvGrpSpPr>
        <p:cNvPr id="337" name="Shape 337"/>
        <p:cNvGrpSpPr/>
        <p:nvPr/>
      </p:nvGrpSpPr>
      <p:grpSpPr>
        <a:xfrm>
          <a:off x="0" y="0"/>
          <a:ext cx="0" cy="0"/>
          <a:chOff x="0" y="0"/>
          <a:chExt cx="0" cy="0"/>
        </a:xfrm>
      </p:grpSpPr>
      <p:sp>
        <p:nvSpPr>
          <p:cNvPr id="338" name="Google Shape;338;p44"/>
          <p:cNvSpPr txBox="1"/>
          <p:nvPr>
            <p:ph type="title"/>
          </p:nvPr>
        </p:nvSpPr>
        <p:spPr>
          <a:xfrm>
            <a:off x="713225" y="530725"/>
            <a:ext cx="7710900" cy="528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
        <p:nvSpPr>
          <p:cNvPr id="339" name="Google Shape;339;p44"/>
          <p:cNvSpPr/>
          <p:nvPr/>
        </p:nvSpPr>
        <p:spPr>
          <a:xfrm flipH="1">
            <a:off x="7413700" y="2482100"/>
            <a:ext cx="3405900" cy="33024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40" name="Google Shape;340;p44"/>
          <p:cNvSpPr/>
          <p:nvPr/>
        </p:nvSpPr>
        <p:spPr>
          <a:xfrm flipH="1" rot="10800000">
            <a:off x="-924550" y="-1354075"/>
            <a:ext cx="3405900" cy="3302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41" name="Google Shape;341;p44"/>
          <p:cNvSpPr/>
          <p:nvPr/>
        </p:nvSpPr>
        <p:spPr>
          <a:xfrm flipH="1" rot="10800000">
            <a:off x="-1996725" y="-1985675"/>
            <a:ext cx="5364900" cy="2516400"/>
          </a:xfrm>
          <a:prstGeom prst="triangle">
            <a:avLst>
              <a:gd fmla="val 50000"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4"/>
          <p:cNvSpPr txBox="1"/>
          <p:nvPr>
            <p:ph idx="1" type="body"/>
          </p:nvPr>
        </p:nvSpPr>
        <p:spPr>
          <a:xfrm>
            <a:off x="713225" y="1424150"/>
            <a:ext cx="7710900" cy="3259800"/>
          </a:xfrm>
          <a:prstGeom prst="rect">
            <a:avLst/>
          </a:prstGeom>
        </p:spPr>
        <p:txBody>
          <a:bodyPr anchorCtr="0" anchor="t" bIns="91425" lIns="91425" spcFirstLastPara="1" rIns="91425" wrap="square" tIns="91425">
            <a:noAutofit/>
          </a:bodyPr>
          <a:lstStyle>
            <a:lvl1pPr indent="-317500" lvl="0" marL="457200" marR="5080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indent="-317500" lvl="1" marL="91440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indent="-317500" lvl="2" marL="13716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indent="-317500" lvl="3" marL="18288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indent="-317500" lvl="4" marL="22860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indent="-317500" lvl="5" marL="27432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indent="-317500" lvl="6" marL="32004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indent="-317500" lvl="7" marL="36576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indent="-317500" lvl="8" marL="4114800">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3">
    <p:bg>
      <p:bgPr>
        <a:solidFill>
          <a:schemeClr val="accent5"/>
        </a:solidFill>
      </p:bgPr>
    </p:bg>
    <p:spTree>
      <p:nvGrpSpPr>
        <p:cNvPr id="343" name="Shape 343"/>
        <p:cNvGrpSpPr/>
        <p:nvPr/>
      </p:nvGrpSpPr>
      <p:grpSpPr>
        <a:xfrm>
          <a:off x="0" y="0"/>
          <a:ext cx="0" cy="0"/>
          <a:chOff x="0" y="0"/>
          <a:chExt cx="0" cy="0"/>
        </a:xfrm>
      </p:grpSpPr>
      <p:sp>
        <p:nvSpPr>
          <p:cNvPr id="344" name="Google Shape;344;p45"/>
          <p:cNvSpPr txBox="1"/>
          <p:nvPr>
            <p:ph type="title"/>
          </p:nvPr>
        </p:nvSpPr>
        <p:spPr>
          <a:xfrm>
            <a:off x="4572000" y="1737675"/>
            <a:ext cx="3636600" cy="13815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dk1"/>
              </a:buClr>
              <a:buSzPts val="3600"/>
              <a:buNone/>
              <a:defRPr b="1" sz="3400">
                <a:solidFill>
                  <a:schemeClr val="dk1"/>
                </a:solidFill>
              </a:defRPr>
            </a:lvl1pPr>
            <a:lvl2pPr lvl="1" algn="r">
              <a:spcBef>
                <a:spcPts val="0"/>
              </a:spcBef>
              <a:spcAft>
                <a:spcPts val="0"/>
              </a:spcAft>
              <a:buClr>
                <a:schemeClr val="dk1"/>
              </a:buClr>
              <a:buSzPts val="3600"/>
              <a:buNone/>
              <a:defRPr b="1" sz="3600">
                <a:solidFill>
                  <a:schemeClr val="dk1"/>
                </a:solidFill>
              </a:defRPr>
            </a:lvl2pPr>
            <a:lvl3pPr lvl="2" algn="r">
              <a:spcBef>
                <a:spcPts val="0"/>
              </a:spcBef>
              <a:spcAft>
                <a:spcPts val="0"/>
              </a:spcAft>
              <a:buClr>
                <a:schemeClr val="dk1"/>
              </a:buClr>
              <a:buSzPts val="3600"/>
              <a:buNone/>
              <a:defRPr b="1" sz="3600">
                <a:solidFill>
                  <a:schemeClr val="dk1"/>
                </a:solidFill>
              </a:defRPr>
            </a:lvl3pPr>
            <a:lvl4pPr lvl="3" algn="r">
              <a:spcBef>
                <a:spcPts val="0"/>
              </a:spcBef>
              <a:spcAft>
                <a:spcPts val="0"/>
              </a:spcAft>
              <a:buClr>
                <a:schemeClr val="dk1"/>
              </a:buClr>
              <a:buSzPts val="3600"/>
              <a:buNone/>
              <a:defRPr b="1" sz="3600">
                <a:solidFill>
                  <a:schemeClr val="dk1"/>
                </a:solidFill>
              </a:defRPr>
            </a:lvl4pPr>
            <a:lvl5pPr lvl="4" algn="r">
              <a:spcBef>
                <a:spcPts val="0"/>
              </a:spcBef>
              <a:spcAft>
                <a:spcPts val="0"/>
              </a:spcAft>
              <a:buClr>
                <a:schemeClr val="dk1"/>
              </a:buClr>
              <a:buSzPts val="3600"/>
              <a:buNone/>
              <a:defRPr b="1" sz="3600">
                <a:solidFill>
                  <a:schemeClr val="dk1"/>
                </a:solidFill>
              </a:defRPr>
            </a:lvl5pPr>
            <a:lvl6pPr lvl="5" algn="r">
              <a:spcBef>
                <a:spcPts val="0"/>
              </a:spcBef>
              <a:spcAft>
                <a:spcPts val="0"/>
              </a:spcAft>
              <a:buClr>
                <a:schemeClr val="dk1"/>
              </a:buClr>
              <a:buSzPts val="3600"/>
              <a:buNone/>
              <a:defRPr b="1" sz="3600">
                <a:solidFill>
                  <a:schemeClr val="dk1"/>
                </a:solidFill>
              </a:defRPr>
            </a:lvl6pPr>
            <a:lvl7pPr lvl="6" algn="r">
              <a:spcBef>
                <a:spcPts val="0"/>
              </a:spcBef>
              <a:spcAft>
                <a:spcPts val="0"/>
              </a:spcAft>
              <a:buClr>
                <a:schemeClr val="dk1"/>
              </a:buClr>
              <a:buSzPts val="3600"/>
              <a:buNone/>
              <a:defRPr b="1" sz="3600">
                <a:solidFill>
                  <a:schemeClr val="dk1"/>
                </a:solidFill>
              </a:defRPr>
            </a:lvl7pPr>
            <a:lvl8pPr lvl="7" algn="r">
              <a:spcBef>
                <a:spcPts val="0"/>
              </a:spcBef>
              <a:spcAft>
                <a:spcPts val="0"/>
              </a:spcAft>
              <a:buClr>
                <a:schemeClr val="dk1"/>
              </a:buClr>
              <a:buSzPts val="3600"/>
              <a:buNone/>
              <a:defRPr b="1" sz="3600">
                <a:solidFill>
                  <a:schemeClr val="dk1"/>
                </a:solidFill>
              </a:defRPr>
            </a:lvl8pPr>
            <a:lvl9pPr lvl="8" algn="r">
              <a:spcBef>
                <a:spcPts val="0"/>
              </a:spcBef>
              <a:spcAft>
                <a:spcPts val="0"/>
              </a:spcAft>
              <a:buClr>
                <a:schemeClr val="dk1"/>
              </a:buClr>
              <a:buSzPts val="3600"/>
              <a:buNone/>
              <a:defRPr b="1" sz="3600">
                <a:solidFill>
                  <a:schemeClr val="dk1"/>
                </a:solidFill>
              </a:defRPr>
            </a:lvl9pPr>
          </a:lstStyle>
          <a:p/>
        </p:txBody>
      </p:sp>
      <p:sp>
        <p:nvSpPr>
          <p:cNvPr id="345" name="Google Shape;345;p45"/>
          <p:cNvSpPr txBox="1"/>
          <p:nvPr>
            <p:ph hasCustomPrompt="1" idx="2" type="title"/>
          </p:nvPr>
        </p:nvSpPr>
        <p:spPr>
          <a:xfrm>
            <a:off x="5151175" y="424768"/>
            <a:ext cx="3057300" cy="1469400"/>
          </a:xfrm>
          <a:prstGeom prst="rect">
            <a:avLst/>
          </a:prstGeom>
        </p:spPr>
        <p:txBody>
          <a:bodyPr anchorCtr="0" anchor="b" bIns="91425" lIns="91425" spcFirstLastPara="1" rIns="91425" wrap="square" tIns="91425">
            <a:noAutofit/>
          </a:bodyPr>
          <a:lstStyle>
            <a:lvl1pPr lvl="0" algn="r">
              <a:spcBef>
                <a:spcPts val="0"/>
              </a:spcBef>
              <a:spcAft>
                <a:spcPts val="0"/>
              </a:spcAft>
              <a:buClr>
                <a:schemeClr val="dk1"/>
              </a:buClr>
              <a:buSzPts val="8000"/>
              <a:buNone/>
              <a:defRPr b="1" sz="8000">
                <a:solidFill>
                  <a:schemeClr val="dk1"/>
                </a:solidFill>
              </a:defRPr>
            </a:lvl1pPr>
            <a:lvl2pPr lvl="1" algn="r">
              <a:spcBef>
                <a:spcPts val="0"/>
              </a:spcBef>
              <a:spcAft>
                <a:spcPts val="0"/>
              </a:spcAft>
              <a:buClr>
                <a:schemeClr val="dk1"/>
              </a:buClr>
              <a:buSzPts val="8000"/>
              <a:buNone/>
              <a:defRPr b="1" sz="8000">
                <a:solidFill>
                  <a:schemeClr val="dk1"/>
                </a:solidFill>
              </a:defRPr>
            </a:lvl2pPr>
            <a:lvl3pPr lvl="2" algn="r">
              <a:spcBef>
                <a:spcPts val="0"/>
              </a:spcBef>
              <a:spcAft>
                <a:spcPts val="0"/>
              </a:spcAft>
              <a:buClr>
                <a:schemeClr val="dk1"/>
              </a:buClr>
              <a:buSzPts val="8000"/>
              <a:buNone/>
              <a:defRPr b="1" sz="8000">
                <a:solidFill>
                  <a:schemeClr val="dk1"/>
                </a:solidFill>
              </a:defRPr>
            </a:lvl3pPr>
            <a:lvl4pPr lvl="3" algn="r">
              <a:spcBef>
                <a:spcPts val="0"/>
              </a:spcBef>
              <a:spcAft>
                <a:spcPts val="0"/>
              </a:spcAft>
              <a:buClr>
                <a:schemeClr val="dk1"/>
              </a:buClr>
              <a:buSzPts val="8000"/>
              <a:buNone/>
              <a:defRPr b="1" sz="8000">
                <a:solidFill>
                  <a:schemeClr val="dk1"/>
                </a:solidFill>
              </a:defRPr>
            </a:lvl4pPr>
            <a:lvl5pPr lvl="4" algn="r">
              <a:spcBef>
                <a:spcPts val="0"/>
              </a:spcBef>
              <a:spcAft>
                <a:spcPts val="0"/>
              </a:spcAft>
              <a:buClr>
                <a:schemeClr val="dk1"/>
              </a:buClr>
              <a:buSzPts val="8000"/>
              <a:buNone/>
              <a:defRPr b="1" sz="8000">
                <a:solidFill>
                  <a:schemeClr val="dk1"/>
                </a:solidFill>
              </a:defRPr>
            </a:lvl5pPr>
            <a:lvl6pPr lvl="5" algn="r">
              <a:spcBef>
                <a:spcPts val="0"/>
              </a:spcBef>
              <a:spcAft>
                <a:spcPts val="0"/>
              </a:spcAft>
              <a:buClr>
                <a:schemeClr val="dk1"/>
              </a:buClr>
              <a:buSzPts val="8000"/>
              <a:buNone/>
              <a:defRPr b="1" sz="8000">
                <a:solidFill>
                  <a:schemeClr val="dk1"/>
                </a:solidFill>
              </a:defRPr>
            </a:lvl6pPr>
            <a:lvl7pPr lvl="6" algn="r">
              <a:spcBef>
                <a:spcPts val="0"/>
              </a:spcBef>
              <a:spcAft>
                <a:spcPts val="0"/>
              </a:spcAft>
              <a:buClr>
                <a:schemeClr val="dk1"/>
              </a:buClr>
              <a:buSzPts val="8000"/>
              <a:buNone/>
              <a:defRPr b="1" sz="8000">
                <a:solidFill>
                  <a:schemeClr val="dk1"/>
                </a:solidFill>
              </a:defRPr>
            </a:lvl7pPr>
            <a:lvl8pPr lvl="7" algn="r">
              <a:spcBef>
                <a:spcPts val="0"/>
              </a:spcBef>
              <a:spcAft>
                <a:spcPts val="0"/>
              </a:spcAft>
              <a:buClr>
                <a:schemeClr val="dk1"/>
              </a:buClr>
              <a:buSzPts val="8000"/>
              <a:buNone/>
              <a:defRPr b="1" sz="8000">
                <a:solidFill>
                  <a:schemeClr val="dk1"/>
                </a:solidFill>
              </a:defRPr>
            </a:lvl8pPr>
            <a:lvl9pPr lvl="8" algn="r">
              <a:spcBef>
                <a:spcPts val="0"/>
              </a:spcBef>
              <a:spcAft>
                <a:spcPts val="0"/>
              </a:spcAft>
              <a:buClr>
                <a:schemeClr val="dk1"/>
              </a:buClr>
              <a:buSzPts val="8000"/>
              <a:buNone/>
              <a:defRPr b="1" sz="8000">
                <a:solidFill>
                  <a:schemeClr val="dk1"/>
                </a:solidFill>
              </a:defRPr>
            </a:lvl9pPr>
          </a:lstStyle>
          <a:p>
            <a:r>
              <a:t>xx%</a:t>
            </a:r>
          </a:p>
        </p:txBody>
      </p:sp>
      <p:sp>
        <p:nvSpPr>
          <p:cNvPr id="346" name="Google Shape;346;p45"/>
          <p:cNvSpPr txBox="1"/>
          <p:nvPr>
            <p:ph idx="1" type="subTitle"/>
          </p:nvPr>
        </p:nvSpPr>
        <p:spPr>
          <a:xfrm>
            <a:off x="5367475" y="3320300"/>
            <a:ext cx="2841000" cy="1017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cxnSp>
        <p:nvCxnSpPr>
          <p:cNvPr id="347" name="Google Shape;347;p45"/>
          <p:cNvCxnSpPr/>
          <p:nvPr/>
        </p:nvCxnSpPr>
        <p:spPr>
          <a:xfrm flipH="1">
            <a:off x="2814150" y="-1263000"/>
            <a:ext cx="3757500" cy="4183800"/>
          </a:xfrm>
          <a:prstGeom prst="straightConnector1">
            <a:avLst/>
          </a:prstGeom>
          <a:noFill/>
          <a:ln cap="flat" cmpd="sng" w="19050">
            <a:solidFill>
              <a:schemeClr val="dk1"/>
            </a:solidFill>
            <a:prstDash val="solid"/>
            <a:round/>
            <a:headEnd len="med" w="med" type="none"/>
            <a:tailEnd len="med" w="med" type="none"/>
          </a:ln>
        </p:spPr>
      </p:cxnSp>
      <p:sp>
        <p:nvSpPr>
          <p:cNvPr id="348" name="Google Shape;348;p45"/>
          <p:cNvSpPr/>
          <p:nvPr/>
        </p:nvSpPr>
        <p:spPr>
          <a:xfrm flipH="1">
            <a:off x="7919875" y="3825775"/>
            <a:ext cx="1296000" cy="1382400"/>
          </a:xfrm>
          <a:prstGeom prst="rtTriangl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9">
  <p:cSld name="CUSTOM_21_1_3">
    <p:bg>
      <p:bgPr>
        <a:solidFill>
          <a:schemeClr val="dk1"/>
        </a:solidFill>
      </p:bgPr>
    </p:bg>
    <p:spTree>
      <p:nvGrpSpPr>
        <p:cNvPr id="349" name="Shape 349"/>
        <p:cNvGrpSpPr/>
        <p:nvPr/>
      </p:nvGrpSpPr>
      <p:grpSpPr>
        <a:xfrm>
          <a:off x="0" y="0"/>
          <a:ext cx="0" cy="0"/>
          <a:chOff x="0" y="0"/>
          <a:chExt cx="0" cy="0"/>
        </a:xfrm>
      </p:grpSpPr>
      <p:sp>
        <p:nvSpPr>
          <p:cNvPr id="350" name="Google Shape;350;p46"/>
          <p:cNvSpPr txBox="1"/>
          <p:nvPr>
            <p:ph idx="1" type="body"/>
          </p:nvPr>
        </p:nvSpPr>
        <p:spPr>
          <a:xfrm>
            <a:off x="713225" y="2347850"/>
            <a:ext cx="4941600" cy="2257800"/>
          </a:xfrm>
          <a:prstGeom prst="rect">
            <a:avLst/>
          </a:prstGeom>
        </p:spPr>
        <p:txBody>
          <a:bodyPr anchorCtr="0" anchor="t" bIns="91425" lIns="91425" spcFirstLastPara="1" rIns="91425" wrap="square" tIns="91425">
            <a:noAutofit/>
          </a:bodyPr>
          <a:lstStyle>
            <a:lvl1pPr indent="-323850" lvl="0" marL="457200">
              <a:lnSpc>
                <a:spcPct val="100000"/>
              </a:lnSpc>
              <a:spcBef>
                <a:spcPts val="0"/>
              </a:spcBef>
              <a:spcAft>
                <a:spcPts val="0"/>
              </a:spcAft>
              <a:buClr>
                <a:srgbClr val="000000"/>
              </a:buClr>
              <a:buSzPts val="1500"/>
              <a:buFont typeface="Montserrat"/>
              <a:buChar char="●"/>
              <a:defRPr>
                <a:solidFill>
                  <a:schemeClr val="lt1"/>
                </a:solidFill>
                <a:latin typeface="Didact Gothic"/>
                <a:ea typeface="Didact Gothic"/>
                <a:cs typeface="Didact Gothic"/>
                <a:sym typeface="Didact Gothic"/>
              </a:defRPr>
            </a:lvl1pPr>
            <a:lvl2pPr indent="-298450" lvl="1" marL="9144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2pPr>
            <a:lvl3pPr indent="-298450" lvl="2" marL="13716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3pPr>
            <a:lvl4pPr indent="-298450" lvl="3" marL="18288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4pPr>
            <a:lvl5pPr indent="-298450" lvl="4" marL="22860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5pPr>
            <a:lvl6pPr indent="-298450" lvl="5" marL="27432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6pPr>
            <a:lvl7pPr indent="-298450" lvl="6" marL="32004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7pPr>
            <a:lvl8pPr indent="-298450" lvl="7" marL="36576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8pPr>
            <a:lvl9pPr indent="-298450" lvl="8" marL="4114800">
              <a:spcBef>
                <a:spcPts val="0"/>
              </a:spcBef>
              <a:spcAft>
                <a:spcPts val="0"/>
              </a:spcAft>
              <a:buClr>
                <a:srgbClr val="000000"/>
              </a:buClr>
              <a:buSzPts val="1100"/>
              <a:buFont typeface="Montserrat"/>
              <a:buChar char="■"/>
              <a:defRPr>
                <a:solidFill>
                  <a:schemeClr val="lt1"/>
                </a:solidFill>
                <a:latin typeface="Didact Gothic"/>
                <a:ea typeface="Didact Gothic"/>
                <a:cs typeface="Didact Gothic"/>
                <a:sym typeface="Didact Gothic"/>
              </a:defRPr>
            </a:lvl9pPr>
          </a:lstStyle>
          <a:p/>
        </p:txBody>
      </p:sp>
      <p:sp>
        <p:nvSpPr>
          <p:cNvPr id="351" name="Google Shape;351;p46"/>
          <p:cNvSpPr txBox="1"/>
          <p:nvPr>
            <p:ph type="title"/>
          </p:nvPr>
        </p:nvSpPr>
        <p:spPr>
          <a:xfrm>
            <a:off x="713225" y="1061025"/>
            <a:ext cx="5218800" cy="9891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500"/>
              <a:buNone/>
              <a:defRPr b="1" sz="3000">
                <a:solidFill>
                  <a:schemeClr val="lt1"/>
                </a:solidFill>
              </a:defRPr>
            </a:lvl1pPr>
            <a:lvl2pPr lvl="1">
              <a:spcBef>
                <a:spcPts val="0"/>
              </a:spcBef>
              <a:spcAft>
                <a:spcPts val="0"/>
              </a:spcAft>
              <a:buClr>
                <a:schemeClr val="lt1"/>
              </a:buClr>
              <a:buSzPts val="2500"/>
              <a:buNone/>
              <a:defRPr b="1">
                <a:solidFill>
                  <a:schemeClr val="lt1"/>
                </a:solidFill>
              </a:defRPr>
            </a:lvl2pPr>
            <a:lvl3pPr lvl="2">
              <a:spcBef>
                <a:spcPts val="0"/>
              </a:spcBef>
              <a:spcAft>
                <a:spcPts val="0"/>
              </a:spcAft>
              <a:buClr>
                <a:schemeClr val="lt1"/>
              </a:buClr>
              <a:buSzPts val="2500"/>
              <a:buNone/>
              <a:defRPr b="1">
                <a:solidFill>
                  <a:schemeClr val="lt1"/>
                </a:solidFill>
              </a:defRPr>
            </a:lvl3pPr>
            <a:lvl4pPr lvl="3">
              <a:spcBef>
                <a:spcPts val="0"/>
              </a:spcBef>
              <a:spcAft>
                <a:spcPts val="0"/>
              </a:spcAft>
              <a:buClr>
                <a:schemeClr val="lt1"/>
              </a:buClr>
              <a:buSzPts val="2500"/>
              <a:buNone/>
              <a:defRPr b="1">
                <a:solidFill>
                  <a:schemeClr val="lt1"/>
                </a:solidFill>
              </a:defRPr>
            </a:lvl4pPr>
            <a:lvl5pPr lvl="4">
              <a:spcBef>
                <a:spcPts val="0"/>
              </a:spcBef>
              <a:spcAft>
                <a:spcPts val="0"/>
              </a:spcAft>
              <a:buClr>
                <a:schemeClr val="lt1"/>
              </a:buClr>
              <a:buSzPts val="2500"/>
              <a:buNone/>
              <a:defRPr b="1">
                <a:solidFill>
                  <a:schemeClr val="lt1"/>
                </a:solidFill>
              </a:defRPr>
            </a:lvl5pPr>
            <a:lvl6pPr lvl="5">
              <a:spcBef>
                <a:spcPts val="0"/>
              </a:spcBef>
              <a:spcAft>
                <a:spcPts val="0"/>
              </a:spcAft>
              <a:buClr>
                <a:schemeClr val="lt1"/>
              </a:buClr>
              <a:buSzPts val="2500"/>
              <a:buNone/>
              <a:defRPr b="1">
                <a:solidFill>
                  <a:schemeClr val="lt1"/>
                </a:solidFill>
              </a:defRPr>
            </a:lvl6pPr>
            <a:lvl7pPr lvl="6">
              <a:spcBef>
                <a:spcPts val="0"/>
              </a:spcBef>
              <a:spcAft>
                <a:spcPts val="0"/>
              </a:spcAft>
              <a:buClr>
                <a:schemeClr val="lt1"/>
              </a:buClr>
              <a:buSzPts val="2500"/>
              <a:buNone/>
              <a:defRPr b="1">
                <a:solidFill>
                  <a:schemeClr val="lt1"/>
                </a:solidFill>
              </a:defRPr>
            </a:lvl7pPr>
            <a:lvl8pPr lvl="7">
              <a:spcBef>
                <a:spcPts val="0"/>
              </a:spcBef>
              <a:spcAft>
                <a:spcPts val="0"/>
              </a:spcAft>
              <a:buClr>
                <a:schemeClr val="lt1"/>
              </a:buClr>
              <a:buSzPts val="2500"/>
              <a:buNone/>
              <a:defRPr b="1">
                <a:solidFill>
                  <a:schemeClr val="lt1"/>
                </a:solidFill>
              </a:defRPr>
            </a:lvl8pPr>
            <a:lvl9pPr lvl="8">
              <a:spcBef>
                <a:spcPts val="0"/>
              </a:spcBef>
              <a:spcAft>
                <a:spcPts val="0"/>
              </a:spcAft>
              <a:buClr>
                <a:schemeClr val="lt1"/>
              </a:buClr>
              <a:buSzPts val="2500"/>
              <a:buNone/>
              <a:defRPr b="1">
                <a:solidFill>
                  <a:schemeClr val="lt1"/>
                </a:solidFill>
              </a:defRPr>
            </a:lvl9pPr>
          </a:lstStyle>
          <a:p/>
        </p:txBody>
      </p:sp>
      <p:sp>
        <p:nvSpPr>
          <p:cNvPr id="352" name="Google Shape;352;p46"/>
          <p:cNvSpPr/>
          <p:nvPr/>
        </p:nvSpPr>
        <p:spPr>
          <a:xfrm rot="5400000">
            <a:off x="-761012" y="-790512"/>
            <a:ext cx="3405900" cy="33024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53" name="Google Shape;353;p46"/>
          <p:cNvSpPr/>
          <p:nvPr/>
        </p:nvSpPr>
        <p:spPr>
          <a:xfrm rot="5400000">
            <a:off x="-856262" y="-1009587"/>
            <a:ext cx="3405900" cy="33024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54" name="Google Shape;354;p46"/>
          <p:cNvSpPr/>
          <p:nvPr/>
        </p:nvSpPr>
        <p:spPr>
          <a:xfrm rot="-5400000">
            <a:off x="2896850" y="288000"/>
            <a:ext cx="10141200" cy="4567500"/>
          </a:xfrm>
          <a:prstGeom prst="triangle">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2">
    <p:bg>
      <p:bgPr>
        <a:solidFill>
          <a:schemeClr val="accent5"/>
        </a:solidFill>
      </p:bgPr>
    </p:bg>
    <p:spTree>
      <p:nvGrpSpPr>
        <p:cNvPr id="355" name="Shape 355"/>
        <p:cNvGrpSpPr/>
        <p:nvPr/>
      </p:nvGrpSpPr>
      <p:grpSpPr>
        <a:xfrm>
          <a:off x="0" y="0"/>
          <a:ext cx="0" cy="0"/>
          <a:chOff x="0" y="0"/>
          <a:chExt cx="0" cy="0"/>
        </a:xfrm>
      </p:grpSpPr>
      <p:sp>
        <p:nvSpPr>
          <p:cNvPr id="356" name="Google Shape;356;p47"/>
          <p:cNvSpPr/>
          <p:nvPr/>
        </p:nvSpPr>
        <p:spPr>
          <a:xfrm rot="5400000">
            <a:off x="-64425" y="64350"/>
            <a:ext cx="4243200" cy="41145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7"/>
          <p:cNvSpPr/>
          <p:nvPr/>
        </p:nvSpPr>
        <p:spPr>
          <a:xfrm flipH="1" rot="-5400000">
            <a:off x="4941700" y="26525"/>
            <a:ext cx="4364700" cy="4227600"/>
          </a:xfrm>
          <a:prstGeom prst="rtTriangl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7"/>
          <p:cNvSpPr txBox="1"/>
          <p:nvPr>
            <p:ph type="ctrTitle"/>
          </p:nvPr>
        </p:nvSpPr>
        <p:spPr>
          <a:xfrm>
            <a:off x="1690800" y="1707225"/>
            <a:ext cx="5762400" cy="1463100"/>
          </a:xfrm>
          <a:prstGeom prst="rect">
            <a:avLst/>
          </a:prstGeom>
        </p:spPr>
        <p:txBody>
          <a:bodyPr anchorCtr="0" anchor="b" bIns="91425" lIns="91425" spcFirstLastPara="1" rIns="91425" wrap="square" tIns="91425">
            <a:noAutofit/>
          </a:bodyPr>
          <a:lstStyle>
            <a:lvl1pPr lvl="0" algn="ctr">
              <a:spcBef>
                <a:spcPts val="0"/>
              </a:spcBef>
              <a:spcAft>
                <a:spcPts val="0"/>
              </a:spcAft>
              <a:buSzPts val="8000"/>
              <a:buNone/>
              <a:defRPr b="1" sz="3000"/>
            </a:lvl1pPr>
            <a:lvl2pPr lvl="1" algn="ctr">
              <a:spcBef>
                <a:spcPts val="0"/>
              </a:spcBef>
              <a:spcAft>
                <a:spcPts val="0"/>
              </a:spcAft>
              <a:buSzPts val="8000"/>
              <a:buNone/>
              <a:defRPr b="1" sz="8000"/>
            </a:lvl2pPr>
            <a:lvl3pPr lvl="2" algn="ctr">
              <a:spcBef>
                <a:spcPts val="0"/>
              </a:spcBef>
              <a:spcAft>
                <a:spcPts val="0"/>
              </a:spcAft>
              <a:buSzPts val="8000"/>
              <a:buNone/>
              <a:defRPr b="1" sz="8000"/>
            </a:lvl3pPr>
            <a:lvl4pPr lvl="3" algn="ctr">
              <a:spcBef>
                <a:spcPts val="0"/>
              </a:spcBef>
              <a:spcAft>
                <a:spcPts val="0"/>
              </a:spcAft>
              <a:buSzPts val="8000"/>
              <a:buNone/>
              <a:defRPr b="1" sz="8000"/>
            </a:lvl4pPr>
            <a:lvl5pPr lvl="4" algn="ctr">
              <a:spcBef>
                <a:spcPts val="0"/>
              </a:spcBef>
              <a:spcAft>
                <a:spcPts val="0"/>
              </a:spcAft>
              <a:buSzPts val="8000"/>
              <a:buNone/>
              <a:defRPr b="1" sz="8000"/>
            </a:lvl5pPr>
            <a:lvl6pPr lvl="5" algn="ctr">
              <a:spcBef>
                <a:spcPts val="0"/>
              </a:spcBef>
              <a:spcAft>
                <a:spcPts val="0"/>
              </a:spcAft>
              <a:buSzPts val="8000"/>
              <a:buNone/>
              <a:defRPr b="1" sz="8000"/>
            </a:lvl6pPr>
            <a:lvl7pPr lvl="6" algn="ctr">
              <a:spcBef>
                <a:spcPts val="0"/>
              </a:spcBef>
              <a:spcAft>
                <a:spcPts val="0"/>
              </a:spcAft>
              <a:buSzPts val="8000"/>
              <a:buNone/>
              <a:defRPr b="1" sz="8000"/>
            </a:lvl7pPr>
            <a:lvl8pPr lvl="7" algn="ctr">
              <a:spcBef>
                <a:spcPts val="0"/>
              </a:spcBef>
              <a:spcAft>
                <a:spcPts val="0"/>
              </a:spcAft>
              <a:buSzPts val="8000"/>
              <a:buNone/>
              <a:defRPr b="1" sz="8000"/>
            </a:lvl8pPr>
            <a:lvl9pPr lvl="8" algn="ctr">
              <a:spcBef>
                <a:spcPts val="0"/>
              </a:spcBef>
              <a:spcAft>
                <a:spcPts val="0"/>
              </a:spcAft>
              <a:buSzPts val="8000"/>
              <a:buNone/>
              <a:defRPr b="1" sz="8000"/>
            </a:lvl9pPr>
          </a:lstStyle>
          <a:p/>
        </p:txBody>
      </p:sp>
      <p:sp>
        <p:nvSpPr>
          <p:cNvPr id="359" name="Google Shape;359;p47"/>
          <p:cNvSpPr txBox="1"/>
          <p:nvPr>
            <p:ph idx="1" type="subTitle"/>
          </p:nvPr>
        </p:nvSpPr>
        <p:spPr>
          <a:xfrm>
            <a:off x="1431175" y="3334300"/>
            <a:ext cx="6281400" cy="1184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1pPr>
            <a:lvl2pPr lvl="1"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2pPr>
            <a:lvl3pPr lvl="2"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3pPr>
            <a:lvl4pPr lvl="3"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4pPr>
            <a:lvl5pPr lvl="4"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5pPr>
            <a:lvl6pPr lvl="5"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6pPr>
            <a:lvl7pPr lvl="6"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7pPr>
            <a:lvl8pPr lvl="7"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8pPr>
            <a:lvl9pPr lvl="8"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2">
    <p:bg>
      <p:bgPr>
        <a:solidFill>
          <a:schemeClr val="accent5"/>
        </a:solidFill>
      </p:bgPr>
    </p:bg>
    <p:spTree>
      <p:nvGrpSpPr>
        <p:cNvPr id="360" name="Shape 360"/>
        <p:cNvGrpSpPr/>
        <p:nvPr/>
      </p:nvGrpSpPr>
      <p:grpSpPr>
        <a:xfrm>
          <a:off x="0" y="0"/>
          <a:ext cx="0" cy="0"/>
          <a:chOff x="0" y="0"/>
          <a:chExt cx="0" cy="0"/>
        </a:xfrm>
      </p:grpSpPr>
      <p:sp>
        <p:nvSpPr>
          <p:cNvPr id="361" name="Google Shape;361;p48"/>
          <p:cNvSpPr txBox="1"/>
          <p:nvPr>
            <p:ph idx="1" type="subTitle"/>
          </p:nvPr>
        </p:nvSpPr>
        <p:spPr>
          <a:xfrm>
            <a:off x="833927" y="2641577"/>
            <a:ext cx="3100800" cy="99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p:txBody>
      </p:sp>
      <p:sp>
        <p:nvSpPr>
          <p:cNvPr id="362" name="Google Shape;362;p48"/>
          <p:cNvSpPr txBox="1"/>
          <p:nvPr>
            <p:ph idx="2" type="subTitle"/>
          </p:nvPr>
        </p:nvSpPr>
        <p:spPr>
          <a:xfrm>
            <a:off x="5209273" y="2641577"/>
            <a:ext cx="3100800" cy="99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p:txBody>
      </p:sp>
      <p:sp>
        <p:nvSpPr>
          <p:cNvPr id="363" name="Google Shape;363;p48"/>
          <p:cNvSpPr txBox="1"/>
          <p:nvPr>
            <p:ph type="title"/>
          </p:nvPr>
        </p:nvSpPr>
        <p:spPr>
          <a:xfrm>
            <a:off x="1554977" y="1985760"/>
            <a:ext cx="1658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0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
        <p:nvSpPr>
          <p:cNvPr id="364" name="Google Shape;364;p48"/>
          <p:cNvSpPr txBox="1"/>
          <p:nvPr>
            <p:ph idx="3" type="title"/>
          </p:nvPr>
        </p:nvSpPr>
        <p:spPr>
          <a:xfrm>
            <a:off x="5930323" y="1985760"/>
            <a:ext cx="1658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0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
        <p:nvSpPr>
          <p:cNvPr id="365" name="Google Shape;365;p48"/>
          <p:cNvSpPr/>
          <p:nvPr/>
        </p:nvSpPr>
        <p:spPr>
          <a:xfrm rot="10800000">
            <a:off x="3588450" y="-22625"/>
            <a:ext cx="1967100" cy="8859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0_3">
    <p:bg>
      <p:bgPr>
        <a:solidFill>
          <a:schemeClr val="accent5"/>
        </a:solidFill>
      </p:bgPr>
    </p:bg>
    <p:spTree>
      <p:nvGrpSpPr>
        <p:cNvPr id="366" name="Shape 366"/>
        <p:cNvGrpSpPr/>
        <p:nvPr/>
      </p:nvGrpSpPr>
      <p:grpSpPr>
        <a:xfrm>
          <a:off x="0" y="0"/>
          <a:ext cx="0" cy="0"/>
          <a:chOff x="0" y="0"/>
          <a:chExt cx="0" cy="0"/>
        </a:xfrm>
      </p:grpSpPr>
      <p:sp>
        <p:nvSpPr>
          <p:cNvPr id="367" name="Google Shape;367;p49"/>
          <p:cNvSpPr/>
          <p:nvPr/>
        </p:nvSpPr>
        <p:spPr>
          <a:xfrm rot="-5400000">
            <a:off x="5236050" y="1293550"/>
            <a:ext cx="3924900" cy="3891000"/>
          </a:xfrm>
          <a:prstGeom prst="rtTriangle">
            <a:avLst/>
          </a:prstGeom>
          <a:solidFill>
            <a:srgbClr val="686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9"/>
          <p:cNvSpPr/>
          <p:nvPr/>
        </p:nvSpPr>
        <p:spPr>
          <a:xfrm flipH="1" rot="10800000">
            <a:off x="37875" y="150"/>
            <a:ext cx="9106200" cy="4469700"/>
          </a:xfrm>
          <a:prstGeom prst="triangl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9"/>
          <p:cNvSpPr/>
          <p:nvPr/>
        </p:nvSpPr>
        <p:spPr>
          <a:xfrm flipH="1">
            <a:off x="3580800" y="1387275"/>
            <a:ext cx="9554400" cy="4859700"/>
          </a:xfrm>
          <a:prstGeom prst="triangle">
            <a:avLst>
              <a:gd fmla="val 49428"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9"/>
          <p:cNvSpPr txBox="1"/>
          <p:nvPr>
            <p:ph type="ctrTitle"/>
          </p:nvPr>
        </p:nvSpPr>
        <p:spPr>
          <a:xfrm>
            <a:off x="816825" y="1232050"/>
            <a:ext cx="5762400" cy="585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8000"/>
              <a:buNone/>
              <a:defRPr b="1" sz="3000">
                <a:solidFill>
                  <a:schemeClr val="dk1"/>
                </a:solidFill>
              </a:defRPr>
            </a:lvl1pPr>
            <a:lvl2pPr lvl="1" algn="ctr">
              <a:spcBef>
                <a:spcPts val="0"/>
              </a:spcBef>
              <a:spcAft>
                <a:spcPts val="0"/>
              </a:spcAft>
              <a:buClr>
                <a:schemeClr val="dk1"/>
              </a:buClr>
              <a:buSzPts val="8000"/>
              <a:buNone/>
              <a:defRPr b="1" sz="8000">
                <a:solidFill>
                  <a:schemeClr val="dk1"/>
                </a:solidFill>
              </a:defRPr>
            </a:lvl2pPr>
            <a:lvl3pPr lvl="2" algn="ctr">
              <a:spcBef>
                <a:spcPts val="0"/>
              </a:spcBef>
              <a:spcAft>
                <a:spcPts val="0"/>
              </a:spcAft>
              <a:buClr>
                <a:schemeClr val="dk1"/>
              </a:buClr>
              <a:buSzPts val="8000"/>
              <a:buNone/>
              <a:defRPr b="1" sz="8000">
                <a:solidFill>
                  <a:schemeClr val="dk1"/>
                </a:solidFill>
              </a:defRPr>
            </a:lvl3pPr>
            <a:lvl4pPr lvl="3" algn="ctr">
              <a:spcBef>
                <a:spcPts val="0"/>
              </a:spcBef>
              <a:spcAft>
                <a:spcPts val="0"/>
              </a:spcAft>
              <a:buClr>
                <a:schemeClr val="dk1"/>
              </a:buClr>
              <a:buSzPts val="8000"/>
              <a:buNone/>
              <a:defRPr b="1" sz="8000">
                <a:solidFill>
                  <a:schemeClr val="dk1"/>
                </a:solidFill>
              </a:defRPr>
            </a:lvl4pPr>
            <a:lvl5pPr lvl="4" algn="ctr">
              <a:spcBef>
                <a:spcPts val="0"/>
              </a:spcBef>
              <a:spcAft>
                <a:spcPts val="0"/>
              </a:spcAft>
              <a:buClr>
                <a:schemeClr val="dk1"/>
              </a:buClr>
              <a:buSzPts val="8000"/>
              <a:buNone/>
              <a:defRPr b="1" sz="8000">
                <a:solidFill>
                  <a:schemeClr val="dk1"/>
                </a:solidFill>
              </a:defRPr>
            </a:lvl5pPr>
            <a:lvl6pPr lvl="5" algn="ctr">
              <a:spcBef>
                <a:spcPts val="0"/>
              </a:spcBef>
              <a:spcAft>
                <a:spcPts val="0"/>
              </a:spcAft>
              <a:buClr>
                <a:schemeClr val="dk1"/>
              </a:buClr>
              <a:buSzPts val="8000"/>
              <a:buNone/>
              <a:defRPr b="1" sz="8000">
                <a:solidFill>
                  <a:schemeClr val="dk1"/>
                </a:solidFill>
              </a:defRPr>
            </a:lvl6pPr>
            <a:lvl7pPr lvl="6" algn="ctr">
              <a:spcBef>
                <a:spcPts val="0"/>
              </a:spcBef>
              <a:spcAft>
                <a:spcPts val="0"/>
              </a:spcAft>
              <a:buClr>
                <a:schemeClr val="dk1"/>
              </a:buClr>
              <a:buSzPts val="8000"/>
              <a:buNone/>
              <a:defRPr b="1" sz="8000">
                <a:solidFill>
                  <a:schemeClr val="dk1"/>
                </a:solidFill>
              </a:defRPr>
            </a:lvl7pPr>
            <a:lvl8pPr lvl="7" algn="ctr">
              <a:spcBef>
                <a:spcPts val="0"/>
              </a:spcBef>
              <a:spcAft>
                <a:spcPts val="0"/>
              </a:spcAft>
              <a:buClr>
                <a:schemeClr val="dk1"/>
              </a:buClr>
              <a:buSzPts val="8000"/>
              <a:buNone/>
              <a:defRPr b="1" sz="8000">
                <a:solidFill>
                  <a:schemeClr val="dk1"/>
                </a:solidFill>
              </a:defRPr>
            </a:lvl8pPr>
            <a:lvl9pPr lvl="8" algn="ctr">
              <a:spcBef>
                <a:spcPts val="0"/>
              </a:spcBef>
              <a:spcAft>
                <a:spcPts val="0"/>
              </a:spcAft>
              <a:buClr>
                <a:schemeClr val="dk1"/>
              </a:buClr>
              <a:buSzPts val="8000"/>
              <a:buNone/>
              <a:defRPr b="1" sz="8000">
                <a:solidFill>
                  <a:schemeClr val="dk1"/>
                </a:solidFill>
              </a:defRPr>
            </a:lvl9pPr>
          </a:lstStyle>
          <a:p/>
        </p:txBody>
      </p:sp>
      <p:sp>
        <p:nvSpPr>
          <p:cNvPr id="371" name="Google Shape;371;p49"/>
          <p:cNvSpPr txBox="1"/>
          <p:nvPr>
            <p:ph idx="1" type="subTitle"/>
          </p:nvPr>
        </p:nvSpPr>
        <p:spPr>
          <a:xfrm>
            <a:off x="816825" y="1873375"/>
            <a:ext cx="5762400" cy="1557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2">
    <p:bg>
      <p:bgPr>
        <a:solidFill>
          <a:schemeClr val="accent5"/>
        </a:solidFill>
      </p:bgPr>
    </p:bg>
    <p:spTree>
      <p:nvGrpSpPr>
        <p:cNvPr id="372" name="Shape 372"/>
        <p:cNvGrpSpPr/>
        <p:nvPr/>
      </p:nvGrpSpPr>
      <p:grpSpPr>
        <a:xfrm>
          <a:off x="0" y="0"/>
          <a:ext cx="0" cy="0"/>
          <a:chOff x="0" y="0"/>
          <a:chExt cx="0" cy="0"/>
        </a:xfrm>
      </p:grpSpPr>
      <p:sp>
        <p:nvSpPr>
          <p:cNvPr id="373" name="Google Shape;373;p50"/>
          <p:cNvSpPr/>
          <p:nvPr/>
        </p:nvSpPr>
        <p:spPr>
          <a:xfrm>
            <a:off x="-50" y="5600"/>
            <a:ext cx="9144000" cy="5143500"/>
          </a:xfrm>
          <a:prstGeom prst="rect">
            <a:avLst/>
          </a:prstGeom>
          <a:solidFill>
            <a:schemeClr val="lt1">
              <a:alpha val="235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0"/>
          <p:cNvSpPr/>
          <p:nvPr/>
        </p:nvSpPr>
        <p:spPr>
          <a:xfrm>
            <a:off x="4312400" y="3669275"/>
            <a:ext cx="4886400" cy="105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50"/>
          <p:cNvSpPr txBox="1"/>
          <p:nvPr>
            <p:ph type="title"/>
          </p:nvPr>
        </p:nvSpPr>
        <p:spPr>
          <a:xfrm>
            <a:off x="4572000" y="3729575"/>
            <a:ext cx="3858900" cy="7788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dk1"/>
              </a:buClr>
              <a:buSzPts val="2500"/>
              <a:buNone/>
              <a:defRPr b="1" sz="2500">
                <a:solidFill>
                  <a:schemeClr val="lt1"/>
                </a:solidFill>
              </a:defRPr>
            </a:lvl1pPr>
            <a:lvl2pPr lvl="1">
              <a:spcBef>
                <a:spcPts val="0"/>
              </a:spcBef>
              <a:spcAft>
                <a:spcPts val="0"/>
              </a:spcAft>
              <a:buClr>
                <a:schemeClr val="dk1"/>
              </a:buClr>
              <a:buSzPts val="2500"/>
              <a:buNone/>
              <a:defRPr b="1">
                <a:solidFill>
                  <a:schemeClr val="dk1"/>
                </a:solidFill>
              </a:defRPr>
            </a:lvl2pPr>
            <a:lvl3pPr lvl="2">
              <a:spcBef>
                <a:spcPts val="0"/>
              </a:spcBef>
              <a:spcAft>
                <a:spcPts val="0"/>
              </a:spcAft>
              <a:buClr>
                <a:schemeClr val="dk1"/>
              </a:buClr>
              <a:buSzPts val="2500"/>
              <a:buNone/>
              <a:defRPr b="1">
                <a:solidFill>
                  <a:schemeClr val="dk1"/>
                </a:solidFill>
              </a:defRPr>
            </a:lvl3pPr>
            <a:lvl4pPr lvl="3">
              <a:spcBef>
                <a:spcPts val="0"/>
              </a:spcBef>
              <a:spcAft>
                <a:spcPts val="0"/>
              </a:spcAft>
              <a:buClr>
                <a:schemeClr val="dk1"/>
              </a:buClr>
              <a:buSzPts val="2500"/>
              <a:buNone/>
              <a:defRPr b="1">
                <a:solidFill>
                  <a:schemeClr val="dk1"/>
                </a:solidFill>
              </a:defRPr>
            </a:lvl4pPr>
            <a:lvl5pPr lvl="4">
              <a:spcBef>
                <a:spcPts val="0"/>
              </a:spcBef>
              <a:spcAft>
                <a:spcPts val="0"/>
              </a:spcAft>
              <a:buClr>
                <a:schemeClr val="dk1"/>
              </a:buClr>
              <a:buSzPts val="2500"/>
              <a:buNone/>
              <a:defRPr b="1">
                <a:solidFill>
                  <a:schemeClr val="dk1"/>
                </a:solidFill>
              </a:defRPr>
            </a:lvl5pPr>
            <a:lvl6pPr lvl="5">
              <a:spcBef>
                <a:spcPts val="0"/>
              </a:spcBef>
              <a:spcAft>
                <a:spcPts val="0"/>
              </a:spcAft>
              <a:buClr>
                <a:schemeClr val="dk1"/>
              </a:buClr>
              <a:buSzPts val="2500"/>
              <a:buNone/>
              <a:defRPr b="1">
                <a:solidFill>
                  <a:schemeClr val="dk1"/>
                </a:solidFill>
              </a:defRPr>
            </a:lvl6pPr>
            <a:lvl7pPr lvl="6">
              <a:spcBef>
                <a:spcPts val="0"/>
              </a:spcBef>
              <a:spcAft>
                <a:spcPts val="0"/>
              </a:spcAft>
              <a:buClr>
                <a:schemeClr val="dk1"/>
              </a:buClr>
              <a:buSzPts val="2500"/>
              <a:buNone/>
              <a:defRPr b="1">
                <a:solidFill>
                  <a:schemeClr val="dk1"/>
                </a:solidFill>
              </a:defRPr>
            </a:lvl7pPr>
            <a:lvl8pPr lvl="7">
              <a:spcBef>
                <a:spcPts val="0"/>
              </a:spcBef>
              <a:spcAft>
                <a:spcPts val="0"/>
              </a:spcAft>
              <a:buClr>
                <a:schemeClr val="dk1"/>
              </a:buClr>
              <a:buSzPts val="2500"/>
              <a:buNone/>
              <a:defRPr b="1">
                <a:solidFill>
                  <a:schemeClr val="dk1"/>
                </a:solidFill>
              </a:defRPr>
            </a:lvl8pPr>
            <a:lvl9pPr lvl="8">
              <a:spcBef>
                <a:spcPts val="0"/>
              </a:spcBef>
              <a:spcAft>
                <a:spcPts val="0"/>
              </a:spcAft>
              <a:buClr>
                <a:schemeClr val="dk1"/>
              </a:buClr>
              <a:buSzPts val="2500"/>
              <a:buNone/>
              <a:defRPr b="1">
                <a:solidFill>
                  <a:schemeClr val="dk1"/>
                </a:solidFill>
              </a:defRPr>
            </a:lvl9pPr>
          </a:lstStyle>
          <a:p/>
        </p:txBody>
      </p:sp>
      <p:sp>
        <p:nvSpPr>
          <p:cNvPr id="376" name="Google Shape;376;p50"/>
          <p:cNvSpPr/>
          <p:nvPr/>
        </p:nvSpPr>
        <p:spPr>
          <a:xfrm rot="5400000">
            <a:off x="-341212" y="-788137"/>
            <a:ext cx="3405900" cy="3302400"/>
          </a:xfrm>
          <a:prstGeom prst="rtTriangl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77" name="Google Shape;377;p50"/>
          <p:cNvSpPr/>
          <p:nvPr/>
        </p:nvSpPr>
        <p:spPr>
          <a:xfrm rot="5400000">
            <a:off x="-436462" y="-1007212"/>
            <a:ext cx="3405900" cy="33024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_2">
    <p:bg>
      <p:bgPr>
        <a:solidFill>
          <a:schemeClr val="accent5"/>
        </a:solidFill>
      </p:bgPr>
    </p:bg>
    <p:spTree>
      <p:nvGrpSpPr>
        <p:cNvPr id="378" name="Shape 378"/>
        <p:cNvGrpSpPr/>
        <p:nvPr/>
      </p:nvGrpSpPr>
      <p:grpSpPr>
        <a:xfrm>
          <a:off x="0" y="0"/>
          <a:ext cx="0" cy="0"/>
          <a:chOff x="0" y="0"/>
          <a:chExt cx="0" cy="0"/>
        </a:xfrm>
      </p:grpSpPr>
      <p:sp>
        <p:nvSpPr>
          <p:cNvPr id="379" name="Google Shape;379;p51"/>
          <p:cNvSpPr/>
          <p:nvPr/>
        </p:nvSpPr>
        <p:spPr>
          <a:xfrm>
            <a:off x="-50" y="5600"/>
            <a:ext cx="9144000" cy="5143500"/>
          </a:xfrm>
          <a:prstGeom prst="rect">
            <a:avLst/>
          </a:prstGeom>
          <a:solidFill>
            <a:schemeClr val="lt1">
              <a:alpha val="235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51"/>
          <p:cNvSpPr/>
          <p:nvPr/>
        </p:nvSpPr>
        <p:spPr>
          <a:xfrm>
            <a:off x="-75550" y="463300"/>
            <a:ext cx="4886400" cy="105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1"/>
          <p:cNvSpPr/>
          <p:nvPr/>
        </p:nvSpPr>
        <p:spPr>
          <a:xfrm rot="10800000">
            <a:off x="6530450" y="-614375"/>
            <a:ext cx="3405900" cy="3302400"/>
          </a:xfrm>
          <a:prstGeom prst="rtTriangl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82" name="Google Shape;382;p51"/>
          <p:cNvSpPr/>
          <p:nvPr/>
        </p:nvSpPr>
        <p:spPr>
          <a:xfrm rot="10800000">
            <a:off x="6749525" y="-709625"/>
            <a:ext cx="3405900" cy="33024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83" name="Google Shape;383;p51"/>
          <p:cNvSpPr txBox="1"/>
          <p:nvPr>
            <p:ph type="title"/>
          </p:nvPr>
        </p:nvSpPr>
        <p:spPr>
          <a:xfrm>
            <a:off x="713225" y="530725"/>
            <a:ext cx="3858900" cy="84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500"/>
              <a:buNone/>
              <a:defRPr b="1" sz="2500">
                <a:solidFill>
                  <a:schemeClr val="lt1"/>
                </a:solidFill>
              </a:defRPr>
            </a:lvl1pPr>
            <a:lvl2pPr lvl="1">
              <a:spcBef>
                <a:spcPts val="0"/>
              </a:spcBef>
              <a:spcAft>
                <a:spcPts val="0"/>
              </a:spcAft>
              <a:buClr>
                <a:schemeClr val="dk1"/>
              </a:buClr>
              <a:buSzPts val="2500"/>
              <a:buNone/>
              <a:defRPr b="1">
                <a:solidFill>
                  <a:schemeClr val="dk1"/>
                </a:solidFill>
              </a:defRPr>
            </a:lvl2pPr>
            <a:lvl3pPr lvl="2">
              <a:spcBef>
                <a:spcPts val="0"/>
              </a:spcBef>
              <a:spcAft>
                <a:spcPts val="0"/>
              </a:spcAft>
              <a:buClr>
                <a:schemeClr val="dk1"/>
              </a:buClr>
              <a:buSzPts val="2500"/>
              <a:buNone/>
              <a:defRPr b="1">
                <a:solidFill>
                  <a:schemeClr val="dk1"/>
                </a:solidFill>
              </a:defRPr>
            </a:lvl3pPr>
            <a:lvl4pPr lvl="3">
              <a:spcBef>
                <a:spcPts val="0"/>
              </a:spcBef>
              <a:spcAft>
                <a:spcPts val="0"/>
              </a:spcAft>
              <a:buClr>
                <a:schemeClr val="dk1"/>
              </a:buClr>
              <a:buSzPts val="2500"/>
              <a:buNone/>
              <a:defRPr b="1">
                <a:solidFill>
                  <a:schemeClr val="dk1"/>
                </a:solidFill>
              </a:defRPr>
            </a:lvl4pPr>
            <a:lvl5pPr lvl="4">
              <a:spcBef>
                <a:spcPts val="0"/>
              </a:spcBef>
              <a:spcAft>
                <a:spcPts val="0"/>
              </a:spcAft>
              <a:buClr>
                <a:schemeClr val="dk1"/>
              </a:buClr>
              <a:buSzPts val="2500"/>
              <a:buNone/>
              <a:defRPr b="1">
                <a:solidFill>
                  <a:schemeClr val="dk1"/>
                </a:solidFill>
              </a:defRPr>
            </a:lvl5pPr>
            <a:lvl6pPr lvl="5">
              <a:spcBef>
                <a:spcPts val="0"/>
              </a:spcBef>
              <a:spcAft>
                <a:spcPts val="0"/>
              </a:spcAft>
              <a:buClr>
                <a:schemeClr val="dk1"/>
              </a:buClr>
              <a:buSzPts val="2500"/>
              <a:buNone/>
              <a:defRPr b="1">
                <a:solidFill>
                  <a:schemeClr val="dk1"/>
                </a:solidFill>
              </a:defRPr>
            </a:lvl6pPr>
            <a:lvl7pPr lvl="6">
              <a:spcBef>
                <a:spcPts val="0"/>
              </a:spcBef>
              <a:spcAft>
                <a:spcPts val="0"/>
              </a:spcAft>
              <a:buClr>
                <a:schemeClr val="dk1"/>
              </a:buClr>
              <a:buSzPts val="2500"/>
              <a:buNone/>
              <a:defRPr b="1">
                <a:solidFill>
                  <a:schemeClr val="dk1"/>
                </a:solidFill>
              </a:defRPr>
            </a:lvl7pPr>
            <a:lvl8pPr lvl="7">
              <a:spcBef>
                <a:spcPts val="0"/>
              </a:spcBef>
              <a:spcAft>
                <a:spcPts val="0"/>
              </a:spcAft>
              <a:buClr>
                <a:schemeClr val="dk1"/>
              </a:buClr>
              <a:buSzPts val="2500"/>
              <a:buNone/>
              <a:defRPr b="1">
                <a:solidFill>
                  <a:schemeClr val="dk1"/>
                </a:solidFill>
              </a:defRPr>
            </a:lvl8pPr>
            <a:lvl9pPr lvl="8">
              <a:spcBef>
                <a:spcPts val="0"/>
              </a:spcBef>
              <a:spcAft>
                <a:spcPts val="0"/>
              </a:spcAft>
              <a:buClr>
                <a:schemeClr val="dk1"/>
              </a:buClr>
              <a:buSzPts val="2500"/>
              <a:buNone/>
              <a:defRPr b="1">
                <a:solidFill>
                  <a:schemeClr val="dk1"/>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4">
  <p:cSld name="CUSTOM_1_1_5">
    <p:bg>
      <p:bgPr>
        <a:solidFill>
          <a:schemeClr val="accent5"/>
        </a:solidFill>
      </p:bgPr>
    </p:bg>
    <p:spTree>
      <p:nvGrpSpPr>
        <p:cNvPr id="384" name="Shape 384"/>
        <p:cNvGrpSpPr/>
        <p:nvPr/>
      </p:nvGrpSpPr>
      <p:grpSpPr>
        <a:xfrm>
          <a:off x="0" y="0"/>
          <a:ext cx="0" cy="0"/>
          <a:chOff x="0" y="0"/>
          <a:chExt cx="0" cy="0"/>
        </a:xfrm>
      </p:grpSpPr>
      <p:sp>
        <p:nvSpPr>
          <p:cNvPr id="385" name="Google Shape;385;p52"/>
          <p:cNvSpPr txBox="1"/>
          <p:nvPr>
            <p:ph type="title"/>
          </p:nvPr>
        </p:nvSpPr>
        <p:spPr>
          <a:xfrm>
            <a:off x="1319574" y="2011125"/>
            <a:ext cx="1959300" cy="333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86" name="Google Shape;386;p52"/>
          <p:cNvSpPr txBox="1"/>
          <p:nvPr>
            <p:ph idx="1" type="subTitle"/>
          </p:nvPr>
        </p:nvSpPr>
        <p:spPr>
          <a:xfrm>
            <a:off x="1319576" y="2286575"/>
            <a:ext cx="2221500" cy="58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387" name="Google Shape;387;p52"/>
          <p:cNvSpPr txBox="1"/>
          <p:nvPr>
            <p:ph idx="2" type="title"/>
          </p:nvPr>
        </p:nvSpPr>
        <p:spPr>
          <a:xfrm>
            <a:off x="4681398" y="2011275"/>
            <a:ext cx="1959300" cy="333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88" name="Google Shape;388;p52"/>
          <p:cNvSpPr txBox="1"/>
          <p:nvPr>
            <p:ph idx="3" type="subTitle"/>
          </p:nvPr>
        </p:nvSpPr>
        <p:spPr>
          <a:xfrm>
            <a:off x="4681376" y="2285050"/>
            <a:ext cx="2221500" cy="58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389" name="Google Shape;389;p52"/>
          <p:cNvSpPr txBox="1"/>
          <p:nvPr>
            <p:ph idx="4" type="title"/>
          </p:nvPr>
        </p:nvSpPr>
        <p:spPr>
          <a:xfrm>
            <a:off x="2410949" y="3268425"/>
            <a:ext cx="1959300" cy="333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90" name="Google Shape;390;p52"/>
          <p:cNvSpPr txBox="1"/>
          <p:nvPr>
            <p:ph idx="5" type="subTitle"/>
          </p:nvPr>
        </p:nvSpPr>
        <p:spPr>
          <a:xfrm>
            <a:off x="2410951" y="3543875"/>
            <a:ext cx="2221500" cy="58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391" name="Google Shape;391;p52"/>
          <p:cNvSpPr txBox="1"/>
          <p:nvPr>
            <p:ph idx="6" type="title"/>
          </p:nvPr>
        </p:nvSpPr>
        <p:spPr>
          <a:xfrm>
            <a:off x="5772773" y="3268575"/>
            <a:ext cx="1959300" cy="333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b="1"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92" name="Google Shape;392;p52"/>
          <p:cNvSpPr txBox="1"/>
          <p:nvPr>
            <p:ph idx="7" type="subTitle"/>
          </p:nvPr>
        </p:nvSpPr>
        <p:spPr>
          <a:xfrm>
            <a:off x="5772750" y="3542350"/>
            <a:ext cx="2221500" cy="58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393" name="Google Shape;393;p52"/>
          <p:cNvSpPr/>
          <p:nvPr/>
        </p:nvSpPr>
        <p:spPr>
          <a:xfrm rot="-5400000">
            <a:off x="7319425" y="3228300"/>
            <a:ext cx="2112600" cy="2048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2"/>
          <p:cNvSpPr/>
          <p:nvPr/>
        </p:nvSpPr>
        <p:spPr>
          <a:xfrm>
            <a:off x="-519650" y="2386850"/>
            <a:ext cx="3405900" cy="33024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95" name="Google Shape;395;p52"/>
          <p:cNvSpPr/>
          <p:nvPr/>
        </p:nvSpPr>
        <p:spPr>
          <a:xfrm>
            <a:off x="-738725" y="2482100"/>
            <a:ext cx="3405900" cy="33024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96" name="Google Shape;396;p52"/>
          <p:cNvSpPr/>
          <p:nvPr/>
        </p:nvSpPr>
        <p:spPr>
          <a:xfrm rot="10800000">
            <a:off x="6727825" y="-915550"/>
            <a:ext cx="3405900" cy="33024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97" name="Google Shape;397;p52"/>
          <p:cNvSpPr/>
          <p:nvPr/>
        </p:nvSpPr>
        <p:spPr>
          <a:xfrm rot="5400000">
            <a:off x="-262475" y="-1889875"/>
            <a:ext cx="3405900" cy="3302400"/>
          </a:xfrm>
          <a:prstGeom prst="rtTriangl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98" name="Google Shape;398;p52"/>
          <p:cNvSpPr txBox="1"/>
          <p:nvPr>
            <p:ph idx="8" type="title"/>
          </p:nvPr>
        </p:nvSpPr>
        <p:spPr>
          <a:xfrm>
            <a:off x="713225" y="530725"/>
            <a:ext cx="77109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6_3">
    <p:bg>
      <p:bgPr>
        <a:solidFill>
          <a:schemeClr val="accent5"/>
        </a:solidFill>
      </p:bgPr>
    </p:bg>
    <p:spTree>
      <p:nvGrpSpPr>
        <p:cNvPr id="399" name="Shape 399"/>
        <p:cNvGrpSpPr/>
        <p:nvPr/>
      </p:nvGrpSpPr>
      <p:grpSpPr>
        <a:xfrm>
          <a:off x="0" y="0"/>
          <a:ext cx="0" cy="0"/>
          <a:chOff x="0" y="0"/>
          <a:chExt cx="0" cy="0"/>
        </a:xfrm>
      </p:grpSpPr>
      <p:sp>
        <p:nvSpPr>
          <p:cNvPr id="400" name="Google Shape;400;p53"/>
          <p:cNvSpPr txBox="1"/>
          <p:nvPr>
            <p:ph type="title"/>
          </p:nvPr>
        </p:nvSpPr>
        <p:spPr>
          <a:xfrm>
            <a:off x="1974300" y="530725"/>
            <a:ext cx="51954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
        <p:nvSpPr>
          <p:cNvPr id="401" name="Google Shape;401;p53"/>
          <p:cNvSpPr txBox="1"/>
          <p:nvPr>
            <p:ph idx="1" type="subTitle"/>
          </p:nvPr>
        </p:nvSpPr>
        <p:spPr>
          <a:xfrm>
            <a:off x="1742675" y="3508850"/>
            <a:ext cx="2379600" cy="67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402" name="Google Shape;402;p53"/>
          <p:cNvSpPr txBox="1"/>
          <p:nvPr>
            <p:ph idx="2" type="subTitle"/>
          </p:nvPr>
        </p:nvSpPr>
        <p:spPr>
          <a:xfrm>
            <a:off x="5021770" y="3508850"/>
            <a:ext cx="2379600" cy="67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403" name="Google Shape;403;p53"/>
          <p:cNvSpPr txBox="1"/>
          <p:nvPr>
            <p:ph idx="3" type="title"/>
          </p:nvPr>
        </p:nvSpPr>
        <p:spPr>
          <a:xfrm>
            <a:off x="1865338" y="3248250"/>
            <a:ext cx="21342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404" name="Google Shape;404;p53"/>
          <p:cNvSpPr txBox="1"/>
          <p:nvPr>
            <p:ph idx="4" type="title"/>
          </p:nvPr>
        </p:nvSpPr>
        <p:spPr>
          <a:xfrm>
            <a:off x="5144462" y="3248250"/>
            <a:ext cx="21342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405" name="Google Shape;405;p53"/>
          <p:cNvSpPr/>
          <p:nvPr/>
        </p:nvSpPr>
        <p:spPr>
          <a:xfrm flipH="1" rot="10800000">
            <a:off x="0" y="-36200"/>
            <a:ext cx="2292600" cy="20841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53"/>
          <p:cNvSpPr/>
          <p:nvPr/>
        </p:nvSpPr>
        <p:spPr>
          <a:xfrm>
            <a:off x="6053100" y="3064825"/>
            <a:ext cx="5364900" cy="25164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32_3">
    <p:bg>
      <p:bgPr>
        <a:solidFill>
          <a:schemeClr val="accent5"/>
        </a:solidFill>
      </p:bgPr>
    </p:bg>
    <p:spTree>
      <p:nvGrpSpPr>
        <p:cNvPr id="407" name="Shape 407"/>
        <p:cNvGrpSpPr/>
        <p:nvPr/>
      </p:nvGrpSpPr>
      <p:grpSpPr>
        <a:xfrm>
          <a:off x="0" y="0"/>
          <a:ext cx="0" cy="0"/>
          <a:chOff x="0" y="0"/>
          <a:chExt cx="0" cy="0"/>
        </a:xfrm>
      </p:grpSpPr>
      <p:sp>
        <p:nvSpPr>
          <p:cNvPr id="408" name="Google Shape;408;p54"/>
          <p:cNvSpPr/>
          <p:nvPr/>
        </p:nvSpPr>
        <p:spPr>
          <a:xfrm rot="10800000">
            <a:off x="5891850" y="-387100"/>
            <a:ext cx="5264100" cy="2697600"/>
          </a:xfrm>
          <a:prstGeom prst="triangle">
            <a:avLst>
              <a:gd fmla="val 50000"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4"/>
          <p:cNvSpPr/>
          <p:nvPr/>
        </p:nvSpPr>
        <p:spPr>
          <a:xfrm>
            <a:off x="-5191825" y="2310500"/>
            <a:ext cx="7403100" cy="3794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4"/>
          <p:cNvSpPr txBox="1"/>
          <p:nvPr>
            <p:ph type="title"/>
          </p:nvPr>
        </p:nvSpPr>
        <p:spPr>
          <a:xfrm>
            <a:off x="862450" y="3324450"/>
            <a:ext cx="1763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411" name="Google Shape;411;p54"/>
          <p:cNvSpPr txBox="1"/>
          <p:nvPr>
            <p:ph idx="1" type="subTitle"/>
          </p:nvPr>
        </p:nvSpPr>
        <p:spPr>
          <a:xfrm>
            <a:off x="424450" y="3583211"/>
            <a:ext cx="2639700" cy="802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412" name="Google Shape;412;p54"/>
          <p:cNvSpPr txBox="1"/>
          <p:nvPr>
            <p:ph idx="2" type="title"/>
          </p:nvPr>
        </p:nvSpPr>
        <p:spPr>
          <a:xfrm>
            <a:off x="6525755" y="3324450"/>
            <a:ext cx="1763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413" name="Google Shape;413;p54"/>
          <p:cNvSpPr txBox="1"/>
          <p:nvPr>
            <p:ph idx="3" type="subTitle"/>
          </p:nvPr>
        </p:nvSpPr>
        <p:spPr>
          <a:xfrm>
            <a:off x="6087751" y="3583211"/>
            <a:ext cx="2639700" cy="802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414" name="Google Shape;414;p54"/>
          <p:cNvSpPr txBox="1"/>
          <p:nvPr>
            <p:ph idx="4" type="title"/>
          </p:nvPr>
        </p:nvSpPr>
        <p:spPr>
          <a:xfrm>
            <a:off x="3690150" y="3324450"/>
            <a:ext cx="1763700" cy="308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800"/>
              <a:buNone/>
              <a:defRPr b="1"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415" name="Google Shape;415;p54"/>
          <p:cNvSpPr txBox="1"/>
          <p:nvPr>
            <p:ph idx="5" type="subTitle"/>
          </p:nvPr>
        </p:nvSpPr>
        <p:spPr>
          <a:xfrm>
            <a:off x="3252148" y="3583211"/>
            <a:ext cx="2639700" cy="802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p:txBody>
      </p:sp>
      <p:sp>
        <p:nvSpPr>
          <p:cNvPr id="416" name="Google Shape;416;p54"/>
          <p:cNvSpPr txBox="1"/>
          <p:nvPr>
            <p:ph idx="6" type="title"/>
          </p:nvPr>
        </p:nvSpPr>
        <p:spPr>
          <a:xfrm>
            <a:off x="1687950" y="530725"/>
            <a:ext cx="5768100" cy="52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2_3">
    <p:bg>
      <p:bgPr>
        <a:solidFill>
          <a:schemeClr val="accent5"/>
        </a:solidFill>
      </p:bgPr>
    </p:bg>
    <p:spTree>
      <p:nvGrpSpPr>
        <p:cNvPr id="417" name="Shape 417"/>
        <p:cNvGrpSpPr/>
        <p:nvPr/>
      </p:nvGrpSpPr>
      <p:grpSpPr>
        <a:xfrm>
          <a:off x="0" y="0"/>
          <a:ext cx="0" cy="0"/>
          <a:chOff x="0" y="0"/>
          <a:chExt cx="0" cy="0"/>
        </a:xfrm>
      </p:grpSpPr>
      <p:sp>
        <p:nvSpPr>
          <p:cNvPr id="418" name="Google Shape;418;p55"/>
          <p:cNvSpPr txBox="1"/>
          <p:nvPr>
            <p:ph type="title"/>
          </p:nvPr>
        </p:nvSpPr>
        <p:spPr>
          <a:xfrm>
            <a:off x="713225" y="530725"/>
            <a:ext cx="7359900" cy="528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500"/>
              <a:buNone/>
              <a:defRPr b="1" sz="3000">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p:txBody>
      </p:sp>
      <p:sp>
        <p:nvSpPr>
          <p:cNvPr id="419" name="Google Shape;419;p55"/>
          <p:cNvSpPr/>
          <p:nvPr/>
        </p:nvSpPr>
        <p:spPr>
          <a:xfrm>
            <a:off x="-1776650" y="2701175"/>
            <a:ext cx="3405900" cy="33024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20" name="Google Shape;420;p55"/>
          <p:cNvSpPr/>
          <p:nvPr/>
        </p:nvSpPr>
        <p:spPr>
          <a:xfrm rot="10800000">
            <a:off x="6494725" y="-1182250"/>
            <a:ext cx="3405900" cy="33024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21" name="Google Shape;421;p55"/>
          <p:cNvSpPr/>
          <p:nvPr/>
        </p:nvSpPr>
        <p:spPr>
          <a:xfrm rot="10800000">
            <a:off x="5454700" y="-1789325"/>
            <a:ext cx="5364900" cy="25164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theme" Target="../theme/theme2.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6250" y="597425"/>
            <a:ext cx="7891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1pPr>
            <a:lvl2pPr lvl="1">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2pPr>
            <a:lvl3pPr lvl="2">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3pPr>
            <a:lvl4pPr lvl="3">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4pPr>
            <a:lvl5pPr lvl="4">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5pPr>
            <a:lvl6pPr lvl="5">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6pPr>
            <a:lvl7pPr lvl="6">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7pPr>
            <a:lvl8pPr lvl="7">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8pPr>
            <a:lvl9pPr lvl="8">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9pPr>
          </a:lstStyle>
          <a:p/>
        </p:txBody>
      </p:sp>
      <p:sp>
        <p:nvSpPr>
          <p:cNvPr id="7" name="Google Shape;7;p1"/>
          <p:cNvSpPr txBox="1"/>
          <p:nvPr>
            <p:ph idx="1" type="body"/>
          </p:nvPr>
        </p:nvSpPr>
        <p:spPr>
          <a:xfrm>
            <a:off x="626250" y="1304875"/>
            <a:ext cx="7891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1pPr>
            <a:lvl2pPr indent="-317500" lvl="1" marL="9144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2pPr>
            <a:lvl3pPr indent="-317500" lvl="2" marL="13716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3pPr>
            <a:lvl4pPr indent="-317500" lvl="3" marL="18288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4pPr>
            <a:lvl5pPr indent="-317500" lvl="4" marL="22860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5pPr>
            <a:lvl6pPr indent="-317500" lvl="5" marL="27432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6pPr>
            <a:lvl7pPr indent="-317500" lvl="6" marL="32004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7pPr>
            <a:lvl8pPr indent="-317500" lvl="7" marL="36576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8pPr>
            <a:lvl9pPr indent="-317500" lvl="8" marL="41148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5.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3.xml"/><Relationship Id="rId3" Type="http://schemas.openxmlformats.org/officeDocument/2006/relationships/image" Target="../media/image2.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5" name="Shape 425"/>
        <p:cNvGrpSpPr/>
        <p:nvPr/>
      </p:nvGrpSpPr>
      <p:grpSpPr>
        <a:xfrm>
          <a:off x="0" y="0"/>
          <a:ext cx="0" cy="0"/>
          <a:chOff x="0" y="0"/>
          <a:chExt cx="0" cy="0"/>
        </a:xfrm>
      </p:grpSpPr>
      <p:sp>
        <p:nvSpPr>
          <p:cNvPr id="426" name="Google Shape;426;p56"/>
          <p:cNvSpPr txBox="1"/>
          <p:nvPr>
            <p:ph type="title"/>
          </p:nvPr>
        </p:nvSpPr>
        <p:spPr>
          <a:xfrm>
            <a:off x="1178725" y="198225"/>
            <a:ext cx="6215100" cy="1111500"/>
          </a:xfrm>
          <a:prstGeom prst="rect">
            <a:avLst/>
          </a:prstGeom>
          <a:gradFill>
            <a:gsLst>
              <a:gs pos="0">
                <a:srgbClr val="FFF6DB"/>
              </a:gs>
              <a:gs pos="100000">
                <a:srgbClr val="FAD15C"/>
              </a:gs>
            </a:gsLst>
            <a:path path="circle">
              <a:fillToRect b="50%" l="50%" r="50%" t="50%"/>
            </a:path>
            <a:tileRect/>
          </a:gradFill>
        </p:spPr>
        <p:txBody>
          <a:bodyPr anchorCtr="0" anchor="ctr" bIns="91425" lIns="91425" spcFirstLastPara="1" rIns="91425" wrap="square" tIns="91425">
            <a:noAutofit/>
          </a:bodyPr>
          <a:lstStyle/>
          <a:p>
            <a:pPr indent="0" lvl="0" marL="0" rtl="0" algn="ctr">
              <a:spcBef>
                <a:spcPts val="0"/>
              </a:spcBef>
              <a:spcAft>
                <a:spcPts val="0"/>
              </a:spcAft>
              <a:buNone/>
            </a:pPr>
            <a:r>
              <a:rPr lang="en" sz="3900"/>
              <a:t> </a:t>
            </a:r>
            <a:r>
              <a:rPr b="1" lang="en" sz="3900"/>
              <a:t>Behind the Meter</a:t>
            </a:r>
            <a:r>
              <a:rPr b="1" lang="en" sz="3200"/>
              <a:t> </a:t>
            </a:r>
            <a:endParaRPr b="1" sz="3200"/>
          </a:p>
          <a:p>
            <a:pPr indent="0" lvl="0" marL="0" rtl="0" algn="ctr">
              <a:spcBef>
                <a:spcPts val="0"/>
              </a:spcBef>
              <a:spcAft>
                <a:spcPts val="0"/>
              </a:spcAft>
              <a:buNone/>
            </a:pPr>
            <a:r>
              <a:rPr lang="en" sz="3000"/>
              <a:t>Tracking the Pulse of NYC </a:t>
            </a:r>
            <a:endParaRPr sz="3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6DB"/>
            </a:gs>
            <a:gs pos="100000">
              <a:srgbClr val="FAD15C"/>
            </a:gs>
          </a:gsLst>
          <a:lin ang="5400012" scaled="0"/>
        </a:gradFill>
      </p:bgPr>
    </p:bg>
    <p:spTree>
      <p:nvGrpSpPr>
        <p:cNvPr id="430" name="Shape 430"/>
        <p:cNvGrpSpPr/>
        <p:nvPr/>
      </p:nvGrpSpPr>
      <p:grpSpPr>
        <a:xfrm>
          <a:off x="0" y="0"/>
          <a:ext cx="0" cy="0"/>
          <a:chOff x="0" y="0"/>
          <a:chExt cx="0" cy="0"/>
        </a:xfrm>
      </p:grpSpPr>
      <p:sp>
        <p:nvSpPr>
          <p:cNvPr id="431" name="Google Shape;431;p57"/>
          <p:cNvSpPr txBox="1"/>
          <p:nvPr>
            <p:ph type="title"/>
          </p:nvPr>
        </p:nvSpPr>
        <p:spPr>
          <a:xfrm>
            <a:off x="626250" y="597425"/>
            <a:ext cx="789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In less than a decade, uber &amp; lyft crushed Taxis in NYC</a:t>
            </a:r>
            <a:endParaRPr sz="2000">
              <a:solidFill>
                <a:schemeClr val="dk1"/>
              </a:solidFill>
            </a:endParaRPr>
          </a:p>
        </p:txBody>
      </p:sp>
      <p:cxnSp>
        <p:nvCxnSpPr>
          <p:cNvPr id="432" name="Google Shape;432;p57"/>
          <p:cNvCxnSpPr/>
          <p:nvPr/>
        </p:nvCxnSpPr>
        <p:spPr>
          <a:xfrm>
            <a:off x="819525" y="1139736"/>
            <a:ext cx="647100" cy="0"/>
          </a:xfrm>
          <a:prstGeom prst="straightConnector1">
            <a:avLst/>
          </a:prstGeom>
          <a:noFill/>
          <a:ln cap="flat" cmpd="sng" w="19050">
            <a:solidFill>
              <a:schemeClr val="dk1"/>
            </a:solidFill>
            <a:prstDash val="solid"/>
            <a:round/>
            <a:headEnd len="med" w="med" type="none"/>
            <a:tailEnd len="med" w="med" type="none"/>
          </a:ln>
        </p:spPr>
      </p:cxnSp>
      <p:pic>
        <p:nvPicPr>
          <p:cNvPr id="433" name="Google Shape;433;p57" title="Screenshot 2025-04-15 at 10.28.14.png"/>
          <p:cNvPicPr preferRelativeResize="0"/>
          <p:nvPr/>
        </p:nvPicPr>
        <p:blipFill rotWithShape="1">
          <a:blip r:embed="rId3">
            <a:alphaModFix/>
          </a:blip>
          <a:srcRect b="11571" l="0" r="0" t="14584"/>
          <a:stretch/>
        </p:blipFill>
        <p:spPr>
          <a:xfrm>
            <a:off x="819525" y="1314825"/>
            <a:ext cx="5576900" cy="3542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6DB"/>
            </a:gs>
            <a:gs pos="100000">
              <a:srgbClr val="FAD15C"/>
            </a:gs>
          </a:gsLst>
          <a:lin ang="5400012" scaled="0"/>
        </a:gradFill>
      </p:bgPr>
    </p:bg>
    <p:spTree>
      <p:nvGrpSpPr>
        <p:cNvPr id="437" name="Shape 437"/>
        <p:cNvGrpSpPr/>
        <p:nvPr/>
      </p:nvGrpSpPr>
      <p:grpSpPr>
        <a:xfrm>
          <a:off x="0" y="0"/>
          <a:ext cx="0" cy="0"/>
          <a:chOff x="0" y="0"/>
          <a:chExt cx="0" cy="0"/>
        </a:xfrm>
      </p:grpSpPr>
      <p:sp>
        <p:nvSpPr>
          <p:cNvPr id="438" name="Google Shape;438;p58"/>
          <p:cNvSpPr txBox="1"/>
          <p:nvPr>
            <p:ph type="title"/>
          </p:nvPr>
        </p:nvSpPr>
        <p:spPr>
          <a:xfrm>
            <a:off x="626250" y="597425"/>
            <a:ext cx="789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Big </a:t>
            </a:r>
            <a:r>
              <a:rPr lang="en"/>
              <a:t>questions behind the yellow cabs </a:t>
            </a:r>
            <a:r>
              <a:rPr lang="en" sz="2400">
                <a:latin typeface="Arial"/>
                <a:ea typeface="Arial"/>
                <a:cs typeface="Arial"/>
                <a:sym typeface="Arial"/>
              </a:rPr>
              <a:t>🤔</a:t>
            </a:r>
            <a:endParaRPr sz="2400">
              <a:latin typeface="Arial"/>
              <a:ea typeface="Arial"/>
              <a:cs typeface="Arial"/>
              <a:sym typeface="Arial"/>
            </a:endParaRPr>
          </a:p>
          <a:p>
            <a:pPr indent="0" lvl="0" marL="0" rtl="0" algn="l">
              <a:spcBef>
                <a:spcPts val="0"/>
              </a:spcBef>
              <a:spcAft>
                <a:spcPts val="0"/>
              </a:spcAft>
              <a:buNone/>
            </a:pPr>
            <a:r>
              <a:t/>
            </a:r>
            <a:endParaRPr/>
          </a:p>
        </p:txBody>
      </p:sp>
      <p:sp>
        <p:nvSpPr>
          <p:cNvPr id="439" name="Google Shape;439;p58"/>
          <p:cNvSpPr txBox="1"/>
          <p:nvPr>
            <p:ph idx="1" type="body"/>
          </p:nvPr>
        </p:nvSpPr>
        <p:spPr>
          <a:xfrm>
            <a:off x="626250" y="1327025"/>
            <a:ext cx="7891500" cy="34164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Font typeface="Julius Sans One"/>
              <a:buChar char="●"/>
            </a:pPr>
            <a:r>
              <a:rPr b="1" lang="en" sz="1800">
                <a:latin typeface="Julius Sans One"/>
                <a:ea typeface="Julius Sans One"/>
                <a:cs typeface="Julius Sans One"/>
                <a:sym typeface="Julius Sans One"/>
              </a:rPr>
              <a:t>When and where are taxis most in demand? </a:t>
            </a:r>
            <a:endParaRPr b="1" sz="1800">
              <a:latin typeface="Julius Sans One"/>
              <a:ea typeface="Julius Sans One"/>
              <a:cs typeface="Julius Sans One"/>
              <a:sym typeface="Julius Sans One"/>
            </a:endParaRPr>
          </a:p>
          <a:p>
            <a:pPr indent="-342900" lvl="0" marL="457200" rtl="0" algn="l">
              <a:lnSpc>
                <a:spcPct val="200000"/>
              </a:lnSpc>
              <a:spcBef>
                <a:spcPts val="0"/>
              </a:spcBef>
              <a:spcAft>
                <a:spcPts val="0"/>
              </a:spcAft>
              <a:buSzPts val="1800"/>
              <a:buFont typeface="Julius Sans One"/>
              <a:buChar char="●"/>
            </a:pPr>
            <a:r>
              <a:rPr b="1" lang="en" sz="1800">
                <a:latin typeface="Julius Sans One"/>
                <a:ea typeface="Julius Sans One"/>
                <a:cs typeface="Julius Sans One"/>
                <a:sym typeface="Julius Sans One"/>
              </a:rPr>
              <a:t>Do fare patterns align with rider behavior? </a:t>
            </a:r>
            <a:endParaRPr b="1" sz="1800">
              <a:latin typeface="Julius Sans One"/>
              <a:ea typeface="Julius Sans One"/>
              <a:cs typeface="Julius Sans One"/>
              <a:sym typeface="Julius Sans One"/>
            </a:endParaRPr>
          </a:p>
          <a:p>
            <a:pPr indent="-342900" lvl="0" marL="457200" rtl="0" algn="l">
              <a:lnSpc>
                <a:spcPct val="200000"/>
              </a:lnSpc>
              <a:spcBef>
                <a:spcPts val="0"/>
              </a:spcBef>
              <a:spcAft>
                <a:spcPts val="0"/>
              </a:spcAft>
              <a:buSzPts val="1800"/>
              <a:buFont typeface="Julius Sans One"/>
              <a:buChar char="●"/>
            </a:pPr>
            <a:r>
              <a:rPr b="1" lang="en" sz="1800">
                <a:latin typeface="Julius Sans One"/>
                <a:ea typeface="Julius Sans One"/>
                <a:cs typeface="Julius Sans One"/>
                <a:sym typeface="Julius Sans One"/>
              </a:rPr>
              <a:t>How does seasonal travel impact safety? </a:t>
            </a:r>
            <a:endParaRPr b="1" sz="1800">
              <a:latin typeface="Julius Sans One"/>
              <a:ea typeface="Julius Sans One"/>
              <a:cs typeface="Julius Sans One"/>
              <a:sym typeface="Julius Sans One"/>
            </a:endParaRPr>
          </a:p>
          <a:p>
            <a:pPr indent="-342900" lvl="0" marL="457200" rtl="0" algn="l">
              <a:lnSpc>
                <a:spcPct val="200000"/>
              </a:lnSpc>
              <a:spcBef>
                <a:spcPts val="0"/>
              </a:spcBef>
              <a:spcAft>
                <a:spcPts val="0"/>
              </a:spcAft>
              <a:buSzPts val="1800"/>
              <a:buFont typeface="Julius Sans One"/>
              <a:buChar char="●"/>
            </a:pPr>
            <a:r>
              <a:rPr b="1" lang="en" sz="1800">
                <a:latin typeface="Julius Sans One"/>
                <a:ea typeface="Julius Sans One"/>
                <a:cs typeface="Julius Sans One"/>
                <a:sym typeface="Julius Sans One"/>
              </a:rPr>
              <a:t>And which areas of the city are under the most traffic pressure?</a:t>
            </a:r>
            <a:endParaRPr b="1" sz="1800">
              <a:latin typeface="Julius Sans One"/>
              <a:ea typeface="Julius Sans One"/>
              <a:cs typeface="Julius Sans One"/>
              <a:sym typeface="Julius Sans One"/>
            </a:endParaRPr>
          </a:p>
          <a:p>
            <a:pPr indent="0" lvl="0" marL="0" rtl="0" algn="l">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6DB"/>
            </a:gs>
            <a:gs pos="100000">
              <a:srgbClr val="FAD15C"/>
            </a:gs>
          </a:gsLst>
          <a:lin ang="5400012" scaled="0"/>
        </a:gradFill>
      </p:bgPr>
    </p:bg>
    <p:spTree>
      <p:nvGrpSpPr>
        <p:cNvPr id="443" name="Shape 443"/>
        <p:cNvGrpSpPr/>
        <p:nvPr/>
      </p:nvGrpSpPr>
      <p:grpSpPr>
        <a:xfrm>
          <a:off x="0" y="0"/>
          <a:ext cx="0" cy="0"/>
          <a:chOff x="0" y="0"/>
          <a:chExt cx="0" cy="0"/>
        </a:xfrm>
      </p:grpSpPr>
      <p:sp>
        <p:nvSpPr>
          <p:cNvPr id="444" name="Google Shape;444;p59"/>
          <p:cNvSpPr txBox="1"/>
          <p:nvPr>
            <p:ph idx="15" type="title"/>
          </p:nvPr>
        </p:nvSpPr>
        <p:spPr>
          <a:xfrm>
            <a:off x="713225" y="2198800"/>
            <a:ext cx="3416400" cy="52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59"/>
          <p:cNvSpPr txBox="1"/>
          <p:nvPr>
            <p:ph idx="5" type="title"/>
          </p:nvPr>
        </p:nvSpPr>
        <p:spPr>
          <a:xfrm>
            <a:off x="4854775" y="256725"/>
            <a:ext cx="4164900" cy="46128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t>Citywide mobility </a:t>
            </a:r>
            <a:r>
              <a:rPr lang="en"/>
              <a:t>and</a:t>
            </a:r>
            <a:r>
              <a:rPr lang="en"/>
              <a:t> overview</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Hourly dynamics – Demand VS pricing</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Dec 13th taxi behavior</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Mobility vs </a:t>
            </a:r>
            <a:r>
              <a:rPr lang="en"/>
              <a:t>safety</a:t>
            </a:r>
            <a:endParaRPr/>
          </a:p>
        </p:txBody>
      </p:sp>
      <p:pic>
        <p:nvPicPr>
          <p:cNvPr id="446" name="Google Shape;446;p59" title="Screenshot 2025-04-15 at 10.48.33.png"/>
          <p:cNvPicPr preferRelativeResize="0"/>
          <p:nvPr/>
        </p:nvPicPr>
        <p:blipFill>
          <a:blip r:embed="rId3">
            <a:alphaModFix/>
          </a:blip>
          <a:stretch>
            <a:fillRect/>
          </a:stretch>
        </p:blipFill>
        <p:spPr>
          <a:xfrm>
            <a:off x="-125575" y="0"/>
            <a:ext cx="4741075" cy="52149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450" name="Shape 450"/>
        <p:cNvGrpSpPr/>
        <p:nvPr/>
      </p:nvGrpSpPr>
      <p:grpSpPr>
        <a:xfrm>
          <a:off x="0" y="0"/>
          <a:ext cx="0" cy="0"/>
          <a:chOff x="0" y="0"/>
          <a:chExt cx="0" cy="0"/>
        </a:xfrm>
      </p:grpSpPr>
      <p:sp>
        <p:nvSpPr>
          <p:cNvPr id="451" name="Google Shape;451;p60"/>
          <p:cNvSpPr/>
          <p:nvPr/>
        </p:nvSpPr>
        <p:spPr>
          <a:xfrm>
            <a:off x="6167925" y="2891875"/>
            <a:ext cx="2198400" cy="2198400"/>
          </a:xfrm>
          <a:prstGeom prst="ellipse">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452" name="Google Shape;452;p60"/>
          <p:cNvSpPr/>
          <p:nvPr/>
        </p:nvSpPr>
        <p:spPr>
          <a:xfrm>
            <a:off x="220650" y="3357125"/>
            <a:ext cx="5520900" cy="732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453" name="Google Shape;453;p60"/>
          <p:cNvSpPr/>
          <p:nvPr/>
        </p:nvSpPr>
        <p:spPr>
          <a:xfrm>
            <a:off x="7898863" y="1951350"/>
            <a:ext cx="1024500" cy="7326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Questrial"/>
              <a:ea typeface="Questrial"/>
              <a:cs typeface="Questrial"/>
              <a:sym typeface="Questrial"/>
            </a:endParaRPr>
          </a:p>
        </p:txBody>
      </p:sp>
      <p:sp>
        <p:nvSpPr>
          <p:cNvPr id="454" name="Google Shape;454;p60"/>
          <p:cNvSpPr/>
          <p:nvPr/>
        </p:nvSpPr>
        <p:spPr>
          <a:xfrm>
            <a:off x="5787688" y="1951350"/>
            <a:ext cx="1971600" cy="7326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Questrial"/>
              <a:ea typeface="Questrial"/>
              <a:cs typeface="Questrial"/>
              <a:sym typeface="Questrial"/>
            </a:endParaRPr>
          </a:p>
        </p:txBody>
      </p:sp>
      <p:sp>
        <p:nvSpPr>
          <p:cNvPr id="455" name="Google Shape;455;p60"/>
          <p:cNvSpPr/>
          <p:nvPr/>
        </p:nvSpPr>
        <p:spPr>
          <a:xfrm>
            <a:off x="4350313" y="1951350"/>
            <a:ext cx="1297800" cy="7326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Questrial"/>
              <a:ea typeface="Questrial"/>
              <a:cs typeface="Questrial"/>
              <a:sym typeface="Questrial"/>
            </a:endParaRPr>
          </a:p>
        </p:txBody>
      </p:sp>
      <p:sp>
        <p:nvSpPr>
          <p:cNvPr id="456" name="Google Shape;456;p60"/>
          <p:cNvSpPr/>
          <p:nvPr/>
        </p:nvSpPr>
        <p:spPr>
          <a:xfrm>
            <a:off x="2280638" y="1951350"/>
            <a:ext cx="1971600" cy="7326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Questrial"/>
              <a:ea typeface="Questrial"/>
              <a:cs typeface="Questrial"/>
              <a:sym typeface="Questrial"/>
            </a:endParaRPr>
          </a:p>
        </p:txBody>
      </p:sp>
      <p:sp>
        <p:nvSpPr>
          <p:cNvPr id="457" name="Google Shape;457;p60"/>
          <p:cNvSpPr/>
          <p:nvPr/>
        </p:nvSpPr>
        <p:spPr>
          <a:xfrm>
            <a:off x="220638" y="1951350"/>
            <a:ext cx="1971600" cy="7326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Questrial"/>
              <a:ea typeface="Questrial"/>
              <a:cs typeface="Questrial"/>
              <a:sym typeface="Questrial"/>
            </a:endParaRPr>
          </a:p>
        </p:txBody>
      </p:sp>
      <p:sp>
        <p:nvSpPr>
          <p:cNvPr id="458" name="Google Shape;458;p60"/>
          <p:cNvSpPr txBox="1"/>
          <p:nvPr>
            <p:ph idx="1" type="subTitle"/>
          </p:nvPr>
        </p:nvSpPr>
        <p:spPr>
          <a:xfrm>
            <a:off x="340537" y="2005050"/>
            <a:ext cx="1794000" cy="50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6"/>
                </a:solidFill>
              </a:rPr>
              <a:t>NYC Yellow Tripdata (2024 – all 12 months)</a:t>
            </a:r>
            <a:endParaRPr>
              <a:solidFill>
                <a:schemeClr val="accent6"/>
              </a:solidFill>
            </a:endParaRPr>
          </a:p>
        </p:txBody>
      </p:sp>
      <p:sp>
        <p:nvSpPr>
          <p:cNvPr id="459" name="Google Shape;459;p60"/>
          <p:cNvSpPr txBox="1"/>
          <p:nvPr>
            <p:ph idx="3" type="subTitle"/>
          </p:nvPr>
        </p:nvSpPr>
        <p:spPr>
          <a:xfrm>
            <a:off x="2239137" y="2005050"/>
            <a:ext cx="1971600" cy="50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6"/>
                </a:solidFill>
              </a:rPr>
              <a:t>MTA Subway Daily Ridership (2020–2025)</a:t>
            </a:r>
            <a:endParaRPr>
              <a:solidFill>
                <a:schemeClr val="accent6"/>
              </a:solidFill>
            </a:endParaRPr>
          </a:p>
        </p:txBody>
      </p:sp>
      <p:sp>
        <p:nvSpPr>
          <p:cNvPr id="460" name="Google Shape;460;p60"/>
          <p:cNvSpPr txBox="1"/>
          <p:nvPr>
            <p:ph idx="5" type="subTitle"/>
          </p:nvPr>
        </p:nvSpPr>
        <p:spPr>
          <a:xfrm>
            <a:off x="4371063" y="2005050"/>
            <a:ext cx="1242600" cy="50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6"/>
                </a:solidFill>
              </a:rPr>
              <a:t>Traffic Volume Logs</a:t>
            </a:r>
            <a:endParaRPr>
              <a:solidFill>
                <a:schemeClr val="accent6"/>
              </a:solidFill>
            </a:endParaRPr>
          </a:p>
        </p:txBody>
      </p:sp>
      <p:sp>
        <p:nvSpPr>
          <p:cNvPr id="461" name="Google Shape;461;p60"/>
          <p:cNvSpPr txBox="1"/>
          <p:nvPr>
            <p:ph idx="7" type="subTitle"/>
          </p:nvPr>
        </p:nvSpPr>
        <p:spPr>
          <a:xfrm>
            <a:off x="5856663" y="2063550"/>
            <a:ext cx="1749900" cy="50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6"/>
                </a:solidFill>
              </a:rPr>
              <a:t>Crash Reports from TLC (Local Law 31)</a:t>
            </a:r>
            <a:endParaRPr>
              <a:solidFill>
                <a:schemeClr val="accent6"/>
              </a:solidFill>
            </a:endParaRPr>
          </a:p>
        </p:txBody>
      </p:sp>
      <p:sp>
        <p:nvSpPr>
          <p:cNvPr id="462" name="Google Shape;462;p60"/>
          <p:cNvSpPr txBox="1"/>
          <p:nvPr>
            <p:ph idx="8" type="title"/>
          </p:nvPr>
        </p:nvSpPr>
        <p:spPr>
          <a:xfrm>
            <a:off x="2394675" y="23725"/>
            <a:ext cx="5195400" cy="73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a:latin typeface="Questrial"/>
                <a:ea typeface="Questrial"/>
                <a:cs typeface="Questrial"/>
                <a:sym typeface="Questrial"/>
              </a:rPr>
              <a:t>Our Data &amp; Toolkit</a:t>
            </a:r>
            <a:endParaRPr sz="4000">
              <a:latin typeface="Questrial"/>
              <a:ea typeface="Questrial"/>
              <a:cs typeface="Questrial"/>
              <a:sym typeface="Questrial"/>
            </a:endParaRPr>
          </a:p>
        </p:txBody>
      </p:sp>
      <p:sp>
        <p:nvSpPr>
          <p:cNvPr id="463" name="Google Shape;463;p60"/>
          <p:cNvSpPr txBox="1"/>
          <p:nvPr/>
        </p:nvSpPr>
        <p:spPr>
          <a:xfrm>
            <a:off x="7898863" y="2009850"/>
            <a:ext cx="1024500" cy="6156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None/>
            </a:pPr>
            <a:r>
              <a:rPr lang="en">
                <a:solidFill>
                  <a:schemeClr val="accent6"/>
                </a:solidFill>
              </a:rPr>
              <a:t>Taxi </a:t>
            </a:r>
            <a:r>
              <a:rPr lang="en">
                <a:solidFill>
                  <a:schemeClr val="accent6"/>
                </a:solidFill>
                <a:latin typeface="Didact Gothic"/>
                <a:ea typeface="Didact Gothic"/>
                <a:cs typeface="Didact Gothic"/>
                <a:sym typeface="Didact Gothic"/>
              </a:rPr>
              <a:t>Zone</a:t>
            </a:r>
            <a:r>
              <a:rPr lang="en">
                <a:solidFill>
                  <a:schemeClr val="accent6"/>
                </a:solidFill>
              </a:rPr>
              <a:t> Lookup</a:t>
            </a:r>
            <a:endParaRPr>
              <a:solidFill>
                <a:schemeClr val="accent6"/>
              </a:solidFill>
            </a:endParaRPr>
          </a:p>
        </p:txBody>
      </p:sp>
      <p:sp>
        <p:nvSpPr>
          <p:cNvPr id="464" name="Google Shape;464;p60"/>
          <p:cNvSpPr txBox="1"/>
          <p:nvPr/>
        </p:nvSpPr>
        <p:spPr>
          <a:xfrm>
            <a:off x="3499225" y="6445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How We Turned Chaos Into Charts</a:t>
            </a:r>
            <a:endParaRPr>
              <a:solidFill>
                <a:srgbClr val="0000FF"/>
              </a:solidFill>
            </a:endParaRPr>
          </a:p>
        </p:txBody>
      </p:sp>
      <p:sp>
        <p:nvSpPr>
          <p:cNvPr id="465" name="Google Shape;465;p60"/>
          <p:cNvSpPr txBox="1"/>
          <p:nvPr/>
        </p:nvSpPr>
        <p:spPr>
          <a:xfrm>
            <a:off x="778975" y="1178550"/>
            <a:ext cx="60291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6"/>
                </a:solidFill>
              </a:rPr>
              <a:t>You can’t analyze a city without some serious data </a:t>
            </a:r>
            <a:r>
              <a:rPr b="1" lang="en" sz="1900">
                <a:solidFill>
                  <a:srgbClr val="FF0000"/>
                </a:solidFill>
              </a:rPr>
              <a:t>Firepower</a:t>
            </a:r>
            <a:r>
              <a:rPr b="1" lang="en">
                <a:solidFill>
                  <a:schemeClr val="accent6"/>
                </a:solidFill>
              </a:rPr>
              <a:t>. </a:t>
            </a:r>
            <a:endParaRPr b="1">
              <a:solidFill>
                <a:schemeClr val="accent6"/>
              </a:solidFill>
            </a:endParaRPr>
          </a:p>
          <a:p>
            <a:pPr indent="0" lvl="0" marL="0" rtl="0" algn="l">
              <a:spcBef>
                <a:spcPts val="0"/>
              </a:spcBef>
              <a:spcAft>
                <a:spcPts val="0"/>
              </a:spcAft>
              <a:buNone/>
            </a:pPr>
            <a:r>
              <a:rPr b="1" lang="en">
                <a:solidFill>
                  <a:schemeClr val="accent6"/>
                </a:solidFill>
              </a:rPr>
              <a:t>Here’s what we used:</a:t>
            </a:r>
            <a:endParaRPr b="1">
              <a:solidFill>
                <a:schemeClr val="accent6"/>
              </a:solidFill>
            </a:endParaRPr>
          </a:p>
        </p:txBody>
      </p:sp>
      <p:sp>
        <p:nvSpPr>
          <p:cNvPr id="466" name="Google Shape;466;p60"/>
          <p:cNvSpPr txBox="1"/>
          <p:nvPr/>
        </p:nvSpPr>
        <p:spPr>
          <a:xfrm>
            <a:off x="294400" y="3415625"/>
            <a:ext cx="5477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u="sng"/>
              <a:t>Our toolbox:</a:t>
            </a:r>
            <a:r>
              <a:rPr lang="en"/>
              <a:t> Python for cleaning, Tableau for storytelling, and Excel for mid-battle pivots.</a:t>
            </a:r>
            <a:endParaRPr/>
          </a:p>
        </p:txBody>
      </p:sp>
      <p:sp>
        <p:nvSpPr>
          <p:cNvPr id="467" name="Google Shape;467;p60"/>
          <p:cNvSpPr txBox="1"/>
          <p:nvPr/>
        </p:nvSpPr>
        <p:spPr>
          <a:xfrm>
            <a:off x="6281325" y="3169325"/>
            <a:ext cx="19716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t>Audience Q</a:t>
            </a:r>
            <a:r>
              <a:rPr lang="en" sz="1200"/>
              <a:t>: </a:t>
            </a:r>
            <a:endParaRPr sz="1200"/>
          </a:p>
          <a:p>
            <a:pPr indent="0" lvl="0" marL="0" rtl="0" algn="l">
              <a:spcBef>
                <a:spcPts val="0"/>
              </a:spcBef>
              <a:spcAft>
                <a:spcPts val="0"/>
              </a:spcAft>
              <a:buNone/>
            </a:pPr>
            <a:r>
              <a:rPr b="1" lang="en" sz="1200"/>
              <a:t>How big do you think the combined trip data file was? A. 20MB B. 200MB C. 2GB </a:t>
            </a:r>
            <a:endParaRPr b="1" sz="1200"/>
          </a:p>
        </p:txBody>
      </p:sp>
      <p:sp>
        <p:nvSpPr>
          <p:cNvPr id="468" name="Google Shape;468;p60"/>
          <p:cNvSpPr txBox="1"/>
          <p:nvPr/>
        </p:nvSpPr>
        <p:spPr>
          <a:xfrm>
            <a:off x="6630825" y="4161900"/>
            <a:ext cx="1622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FFD966"/>
                </a:solidFill>
              </a:rPr>
              <a:t>Answer:</a:t>
            </a:r>
            <a:r>
              <a:rPr lang="en" sz="1200">
                <a:solidFill>
                  <a:srgbClr val="FFD966"/>
                </a:solidFill>
              </a:rPr>
              <a:t> Over 2GB. Our laptops begged for mercy.</a:t>
            </a:r>
            <a:endParaRPr>
              <a:solidFill>
                <a:srgbClr val="FFD966"/>
              </a:solidFill>
            </a:endParaRPr>
          </a:p>
        </p:txBody>
      </p:sp>
      <p:pic>
        <p:nvPicPr>
          <p:cNvPr id="469" name="Google Shape;469;p60" title="salman-race.gif"/>
          <p:cNvPicPr preferRelativeResize="0"/>
          <p:nvPr/>
        </p:nvPicPr>
        <p:blipFill>
          <a:blip r:embed="rId3">
            <a:alphaModFix/>
          </a:blip>
          <a:stretch>
            <a:fillRect/>
          </a:stretch>
        </p:blipFill>
        <p:spPr>
          <a:xfrm>
            <a:off x="7003275" y="839538"/>
            <a:ext cx="1873550" cy="936775"/>
          </a:xfrm>
          <a:prstGeom prst="rect">
            <a:avLst/>
          </a:prstGeom>
          <a:noFill/>
          <a:ln>
            <a:noFill/>
          </a:ln>
        </p:spPr>
      </p:pic>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1"/>
          <p:cNvSpPr/>
          <p:nvPr/>
        </p:nvSpPr>
        <p:spPr>
          <a:xfrm>
            <a:off x="10675" y="21350"/>
            <a:ext cx="9133200" cy="51435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475" name="Google Shape;475;p61"/>
          <p:cNvSpPr/>
          <p:nvPr/>
        </p:nvSpPr>
        <p:spPr>
          <a:xfrm flipH="1">
            <a:off x="7744510" y="137150"/>
            <a:ext cx="800100" cy="8574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6" name="Google Shape;476;p61"/>
          <p:cNvPicPr preferRelativeResize="0"/>
          <p:nvPr/>
        </p:nvPicPr>
        <p:blipFill>
          <a:blip r:embed="rId3">
            <a:alphaModFix/>
          </a:blip>
          <a:stretch>
            <a:fillRect/>
          </a:stretch>
        </p:blipFill>
        <p:spPr>
          <a:xfrm>
            <a:off x="0" y="0"/>
            <a:ext cx="7544500" cy="4011651"/>
          </a:xfrm>
          <a:prstGeom prst="rect">
            <a:avLst/>
          </a:prstGeom>
          <a:noFill/>
          <a:ln>
            <a:noFill/>
          </a:ln>
        </p:spPr>
      </p:pic>
      <p:sp>
        <p:nvSpPr>
          <p:cNvPr id="477" name="Google Shape;477;p61"/>
          <p:cNvSpPr txBox="1"/>
          <p:nvPr/>
        </p:nvSpPr>
        <p:spPr>
          <a:xfrm>
            <a:off x="67025" y="4132750"/>
            <a:ext cx="3000000" cy="831300"/>
          </a:xfrm>
          <a:prstGeom prst="rect">
            <a:avLst/>
          </a:prstGeom>
          <a:noFill/>
          <a:ln>
            <a:noFill/>
          </a:ln>
        </p:spPr>
        <p:txBody>
          <a:bodyPr anchorCtr="0" anchor="t" bIns="91425" lIns="91425" spcFirstLastPara="1" rIns="91425" wrap="square" tIns="91425">
            <a:spAutoFit/>
          </a:bodyPr>
          <a:lstStyle/>
          <a:p>
            <a:pPr indent="0" lvl="0" marL="0" marR="419100" rtl="0" algn="l">
              <a:spcBef>
                <a:spcPts val="0"/>
              </a:spcBef>
              <a:spcAft>
                <a:spcPts val="1400"/>
              </a:spcAft>
              <a:buNone/>
            </a:pPr>
            <a:r>
              <a:rPr b="1" lang="en">
                <a:solidFill>
                  <a:schemeClr val="dk1"/>
                </a:solidFill>
                <a:latin typeface="Didact Gothic"/>
                <a:ea typeface="Didact Gothic"/>
                <a:cs typeface="Didact Gothic"/>
                <a:sym typeface="Didact Gothic"/>
              </a:rPr>
              <a:t>Daily taxi trips show strong weekday rhythm, dips on holidays</a:t>
            </a:r>
            <a:endParaRPr b="1">
              <a:solidFill>
                <a:schemeClr val="dk1"/>
              </a:solidFill>
              <a:latin typeface="Didact Gothic"/>
              <a:ea typeface="Didact Gothic"/>
              <a:cs typeface="Didact Gothic"/>
              <a:sym typeface="Didact Gothic"/>
            </a:endParaRPr>
          </a:p>
        </p:txBody>
      </p:sp>
      <p:sp>
        <p:nvSpPr>
          <p:cNvPr id="478" name="Google Shape;478;p61"/>
          <p:cNvSpPr txBox="1"/>
          <p:nvPr>
            <p:ph idx="1" type="subTitle"/>
          </p:nvPr>
        </p:nvSpPr>
        <p:spPr>
          <a:xfrm>
            <a:off x="7645900" y="1530525"/>
            <a:ext cx="1936800" cy="1329300"/>
          </a:xfrm>
          <a:prstGeom prst="rect">
            <a:avLst/>
          </a:prstGeom>
        </p:spPr>
        <p:txBody>
          <a:bodyPr anchorCtr="0" anchor="t" bIns="91425" lIns="91425" spcFirstLastPara="1" rIns="91425" wrap="square" tIns="91425">
            <a:noAutofit/>
          </a:bodyPr>
          <a:lstStyle/>
          <a:p>
            <a:pPr indent="0" lvl="0" marL="0" marR="419100" rtl="0" algn="l">
              <a:lnSpc>
                <a:spcPct val="100000"/>
              </a:lnSpc>
              <a:spcBef>
                <a:spcPts val="0"/>
              </a:spcBef>
              <a:spcAft>
                <a:spcPts val="1400"/>
              </a:spcAft>
              <a:buNone/>
            </a:pPr>
            <a:r>
              <a:rPr b="1" lang="en"/>
              <a:t>By December,  demand skyrockets, but drivers remain constant at ~178,834</a:t>
            </a:r>
            <a:r>
              <a:rPr b="1" lang="en"/>
              <a:t>l</a:t>
            </a:r>
            <a:endParaRPr b="1"/>
          </a:p>
        </p:txBody>
      </p:sp>
      <p:sp>
        <p:nvSpPr>
          <p:cNvPr id="479" name="Google Shape;479;p61"/>
          <p:cNvSpPr txBox="1"/>
          <p:nvPr/>
        </p:nvSpPr>
        <p:spPr>
          <a:xfrm>
            <a:off x="2510725" y="4132750"/>
            <a:ext cx="3000000" cy="615600"/>
          </a:xfrm>
          <a:prstGeom prst="rect">
            <a:avLst/>
          </a:prstGeom>
          <a:noFill/>
          <a:ln>
            <a:noFill/>
          </a:ln>
        </p:spPr>
        <p:txBody>
          <a:bodyPr anchorCtr="0" anchor="t" bIns="91425" lIns="91425" spcFirstLastPara="1" rIns="91425" wrap="square" tIns="91425">
            <a:spAutoFit/>
          </a:bodyPr>
          <a:lstStyle/>
          <a:p>
            <a:pPr indent="0" lvl="0" marL="0" marR="419100" rtl="0" algn="l">
              <a:spcBef>
                <a:spcPts val="0"/>
              </a:spcBef>
              <a:spcAft>
                <a:spcPts val="1400"/>
              </a:spcAft>
              <a:buNone/>
            </a:pPr>
            <a:r>
              <a:rPr b="1" lang="en">
                <a:solidFill>
                  <a:schemeClr val="dk1"/>
                </a:solidFill>
                <a:latin typeface="Didact Gothic"/>
                <a:ea typeface="Didact Gothic"/>
                <a:cs typeface="Didact Gothic"/>
                <a:sym typeface="Didact Gothic"/>
              </a:rPr>
              <a:t>Manhattan dominates both pickups and drop-offs</a:t>
            </a:r>
            <a:endParaRPr b="1"/>
          </a:p>
        </p:txBody>
      </p:sp>
      <p:sp>
        <p:nvSpPr>
          <p:cNvPr id="480" name="Google Shape;480;p61"/>
          <p:cNvSpPr txBox="1"/>
          <p:nvPr/>
        </p:nvSpPr>
        <p:spPr>
          <a:xfrm>
            <a:off x="4847700" y="4132750"/>
            <a:ext cx="3000000" cy="615600"/>
          </a:xfrm>
          <a:prstGeom prst="rect">
            <a:avLst/>
          </a:prstGeom>
          <a:noFill/>
          <a:ln>
            <a:noFill/>
          </a:ln>
        </p:spPr>
        <p:txBody>
          <a:bodyPr anchorCtr="0" anchor="t" bIns="91425" lIns="91425" spcFirstLastPara="1" rIns="91425" wrap="square" tIns="91425">
            <a:spAutoFit/>
          </a:bodyPr>
          <a:lstStyle/>
          <a:p>
            <a:pPr indent="0" lvl="0" marL="0" marR="419100" rtl="0" algn="l">
              <a:spcBef>
                <a:spcPts val="0"/>
              </a:spcBef>
              <a:spcAft>
                <a:spcPts val="1400"/>
              </a:spcAft>
              <a:buNone/>
            </a:pPr>
            <a:r>
              <a:rPr b="1" lang="en">
                <a:solidFill>
                  <a:schemeClr val="dk1"/>
                </a:solidFill>
                <a:latin typeface="Didact Gothic"/>
                <a:ea typeface="Didact Gothic"/>
                <a:cs typeface="Didact Gothic"/>
                <a:sym typeface="Didact Gothic"/>
              </a:rPr>
              <a:t>Queens has more pickups than drop-offs — hello, airport runs</a:t>
            </a:r>
            <a:endParaRPr b="1"/>
          </a:p>
        </p:txBody>
      </p:sp>
      <p:sp>
        <p:nvSpPr>
          <p:cNvPr id="481" name="Google Shape;481;p61"/>
          <p:cNvSpPr txBox="1"/>
          <p:nvPr/>
        </p:nvSpPr>
        <p:spPr>
          <a:xfrm>
            <a:off x="7645900" y="3300025"/>
            <a:ext cx="1862100" cy="1262100"/>
          </a:xfrm>
          <a:prstGeom prst="rect">
            <a:avLst/>
          </a:prstGeom>
          <a:noFill/>
          <a:ln>
            <a:noFill/>
          </a:ln>
        </p:spPr>
        <p:txBody>
          <a:bodyPr anchorCtr="0" anchor="t" bIns="91425" lIns="91425" spcFirstLastPara="1" rIns="91425" wrap="square" tIns="91425">
            <a:spAutoFit/>
          </a:bodyPr>
          <a:lstStyle/>
          <a:p>
            <a:pPr indent="0" lvl="0" marL="0" marR="419100" rtl="0" algn="l">
              <a:spcBef>
                <a:spcPts val="0"/>
              </a:spcBef>
              <a:spcAft>
                <a:spcPts val="1400"/>
              </a:spcAft>
              <a:buNone/>
            </a:pPr>
            <a:r>
              <a:rPr b="1" lang="en">
                <a:solidFill>
                  <a:schemeClr val="dk1"/>
                </a:solidFill>
                <a:latin typeface="Didact Gothic"/>
                <a:ea typeface="Didact Gothic"/>
                <a:cs typeface="Didact Gothic"/>
                <a:sym typeface="Didact Gothic"/>
              </a:rPr>
              <a:t>Congestion clusters on Cross Bronx and Long Island corridors</a:t>
            </a:r>
            <a:endParaRPr b="1">
              <a:solidFill>
                <a:schemeClr val="dk1"/>
              </a:solidFill>
              <a:latin typeface="Didact Gothic"/>
              <a:ea typeface="Didact Gothic"/>
              <a:cs typeface="Didact Gothic"/>
              <a:sym typeface="Didact Gothic"/>
            </a:endParaRPr>
          </a:p>
        </p:txBody>
      </p:sp>
      <p:sp>
        <p:nvSpPr>
          <p:cNvPr id="482" name="Google Shape;482;p61"/>
          <p:cNvSpPr txBox="1"/>
          <p:nvPr/>
        </p:nvSpPr>
        <p:spPr>
          <a:xfrm>
            <a:off x="6210100" y="21350"/>
            <a:ext cx="2153100" cy="4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Questrial"/>
                <a:ea typeface="Questrial"/>
                <a:cs typeface="Questrial"/>
                <a:sym typeface="Questrial"/>
              </a:rPr>
              <a:t>Dashboard - 1</a:t>
            </a:r>
            <a:endParaRPr b="1" sz="1800">
              <a:solidFill>
                <a:schemeClr val="dk1"/>
              </a:solidFill>
              <a:latin typeface="Questrial"/>
              <a:ea typeface="Questrial"/>
              <a:cs typeface="Questrial"/>
              <a:sym typeface="Quest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486" name="Shape 486"/>
        <p:cNvGrpSpPr/>
        <p:nvPr/>
      </p:nvGrpSpPr>
      <p:grpSpPr>
        <a:xfrm>
          <a:off x="0" y="0"/>
          <a:ext cx="0" cy="0"/>
          <a:chOff x="0" y="0"/>
          <a:chExt cx="0" cy="0"/>
        </a:xfrm>
      </p:grpSpPr>
      <p:sp>
        <p:nvSpPr>
          <p:cNvPr id="487" name="Google Shape;487;p62"/>
          <p:cNvSpPr txBox="1"/>
          <p:nvPr>
            <p:ph type="title"/>
          </p:nvPr>
        </p:nvSpPr>
        <p:spPr>
          <a:xfrm>
            <a:off x="4168000" y="963075"/>
            <a:ext cx="4262700" cy="96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An image is worth a thousand words</a:t>
            </a:r>
            <a:endParaRPr/>
          </a:p>
        </p:txBody>
      </p:sp>
      <p:sp>
        <p:nvSpPr>
          <p:cNvPr id="488" name="Google Shape;488;p62"/>
          <p:cNvSpPr txBox="1"/>
          <p:nvPr>
            <p:ph idx="1" type="body"/>
          </p:nvPr>
        </p:nvSpPr>
        <p:spPr>
          <a:xfrm>
            <a:off x="4039975" y="2245288"/>
            <a:ext cx="4390800" cy="652500"/>
          </a:xfrm>
          <a:prstGeom prst="rect">
            <a:avLst/>
          </a:prstGeom>
        </p:spPr>
        <p:txBody>
          <a:bodyPr anchorCtr="0" anchor="t" bIns="91425" lIns="91425" spcFirstLastPara="1" rIns="91425" wrap="square" tIns="91425">
            <a:noAutofit/>
          </a:bodyPr>
          <a:lstStyle/>
          <a:p>
            <a:pPr indent="0" lvl="0" marL="0" rtl="0" algn="r">
              <a:spcBef>
                <a:spcPts val="0"/>
              </a:spcBef>
              <a:spcAft>
                <a:spcPts val="1200"/>
              </a:spcAft>
              <a:buClr>
                <a:schemeClr val="dk1"/>
              </a:buClr>
              <a:buSzPts val="1100"/>
              <a:buFont typeface="Arial"/>
              <a:buNone/>
            </a:pPr>
            <a:r>
              <a:rPr lang="en"/>
              <a:t>Images reveal large amounts of data</a:t>
            </a:r>
            <a:endParaRPr/>
          </a:p>
        </p:txBody>
      </p:sp>
      <p:cxnSp>
        <p:nvCxnSpPr>
          <p:cNvPr id="489" name="Google Shape;489;p62"/>
          <p:cNvCxnSpPr/>
          <p:nvPr/>
        </p:nvCxnSpPr>
        <p:spPr>
          <a:xfrm>
            <a:off x="7660843" y="2157198"/>
            <a:ext cx="647100" cy="0"/>
          </a:xfrm>
          <a:prstGeom prst="straightConnector1">
            <a:avLst/>
          </a:prstGeom>
          <a:noFill/>
          <a:ln cap="flat" cmpd="sng" w="19050">
            <a:solidFill>
              <a:schemeClr val="lt1"/>
            </a:solidFill>
            <a:prstDash val="solid"/>
            <a:round/>
            <a:headEnd len="med" w="med" type="none"/>
            <a:tailEnd len="med" w="med" type="none"/>
          </a:ln>
        </p:spPr>
      </p:cxnSp>
      <p:sp>
        <p:nvSpPr>
          <p:cNvPr id="490" name="Google Shape;490;p62"/>
          <p:cNvSpPr txBox="1"/>
          <p:nvPr/>
        </p:nvSpPr>
        <p:spPr>
          <a:xfrm>
            <a:off x="0" y="3965200"/>
            <a:ext cx="5480700" cy="11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Questrial"/>
              <a:ea typeface="Questrial"/>
              <a:cs typeface="Questrial"/>
              <a:sym typeface="Questrial"/>
            </a:endParaRPr>
          </a:p>
          <a:p>
            <a:pPr indent="0" lvl="0" marL="0" rtl="0" algn="l">
              <a:spcBef>
                <a:spcPts val="0"/>
              </a:spcBef>
              <a:spcAft>
                <a:spcPts val="0"/>
              </a:spcAft>
              <a:buClr>
                <a:schemeClr val="dk1"/>
              </a:buClr>
              <a:buSzPts val="1100"/>
              <a:buFont typeface="Arial"/>
              <a:buNone/>
            </a:pPr>
            <a:r>
              <a:rPr lang="en">
                <a:solidFill>
                  <a:schemeClr val="dk1"/>
                </a:solidFill>
                <a:latin typeface="Questrial"/>
                <a:ea typeface="Questrial"/>
                <a:cs typeface="Questrial"/>
                <a:sym typeface="Questrial"/>
              </a:rPr>
              <a:t>Demand explodes at 6 PM: ~290,000 trips in 2024</a:t>
            </a:r>
            <a:endParaRPr>
              <a:solidFill>
                <a:schemeClr val="dk1"/>
              </a:solidFill>
              <a:latin typeface="Questrial"/>
              <a:ea typeface="Questrial"/>
              <a:cs typeface="Questrial"/>
              <a:sym typeface="Questrial"/>
            </a:endParaRPr>
          </a:p>
          <a:p>
            <a:pPr indent="0" lvl="0" marL="0" rtl="0" algn="l">
              <a:spcBef>
                <a:spcPts val="0"/>
              </a:spcBef>
              <a:spcAft>
                <a:spcPts val="0"/>
              </a:spcAft>
              <a:buClr>
                <a:schemeClr val="dk1"/>
              </a:buClr>
              <a:buSzPts val="1100"/>
              <a:buFont typeface="Arial"/>
              <a:buNone/>
            </a:pPr>
            <a:r>
              <a:t/>
            </a:r>
            <a:endParaRPr>
              <a:solidFill>
                <a:schemeClr val="dk1"/>
              </a:solidFill>
              <a:latin typeface="Questrial"/>
              <a:ea typeface="Questrial"/>
              <a:cs typeface="Questrial"/>
              <a:sym typeface="Questrial"/>
            </a:endParaRPr>
          </a:p>
          <a:p>
            <a:pPr indent="0" lvl="0" marL="0" rtl="0" algn="l">
              <a:spcBef>
                <a:spcPts val="0"/>
              </a:spcBef>
              <a:spcAft>
                <a:spcPts val="0"/>
              </a:spcAft>
              <a:buClr>
                <a:schemeClr val="dk1"/>
              </a:buClr>
              <a:buSzPts val="1100"/>
              <a:buFont typeface="Arial"/>
              <a:buNone/>
            </a:pPr>
            <a:r>
              <a:rPr lang="en">
                <a:solidFill>
                  <a:schemeClr val="dk1"/>
                </a:solidFill>
                <a:latin typeface="Questrial"/>
                <a:ea typeface="Questrial"/>
                <a:cs typeface="Questrial"/>
                <a:sym typeface="Questrial"/>
              </a:rPr>
              <a:t>Most expensive fares? Not rush hour — it’s 5 AM ($26 avg.)</a:t>
            </a:r>
            <a:endParaRPr>
              <a:solidFill>
                <a:schemeClr val="dk1"/>
              </a:solidFill>
              <a:latin typeface="Questrial"/>
              <a:ea typeface="Questrial"/>
              <a:cs typeface="Questrial"/>
              <a:sym typeface="Questrial"/>
            </a:endParaRPr>
          </a:p>
          <a:p>
            <a:pPr indent="0" lvl="0" marL="0" rtl="0" algn="l">
              <a:spcBef>
                <a:spcPts val="0"/>
              </a:spcBef>
              <a:spcAft>
                <a:spcPts val="0"/>
              </a:spcAft>
              <a:buClr>
                <a:schemeClr val="dk1"/>
              </a:buClr>
              <a:buSzPts val="1100"/>
              <a:buFont typeface="Arial"/>
              <a:buNone/>
            </a:pPr>
            <a:r>
              <a:rPr lang="en">
                <a:solidFill>
                  <a:schemeClr val="dk1"/>
                </a:solidFill>
                <a:latin typeface="Questrial"/>
                <a:ea typeface="Questrial"/>
                <a:cs typeface="Questrial"/>
                <a:sym typeface="Questrial"/>
              </a:rPr>
              <a:t>That’s when few drivers are available, but people still need rides</a:t>
            </a:r>
            <a:endParaRPr>
              <a:solidFill>
                <a:schemeClr val="dk1"/>
              </a:solidFill>
              <a:latin typeface="Questrial"/>
              <a:ea typeface="Questrial"/>
              <a:cs typeface="Questrial"/>
              <a:sym typeface="Questrial"/>
            </a:endParaRPr>
          </a:p>
          <a:p>
            <a:pPr indent="0" lvl="0" marL="0" rtl="0" algn="l">
              <a:spcBef>
                <a:spcPts val="0"/>
              </a:spcBef>
              <a:spcAft>
                <a:spcPts val="0"/>
              </a:spcAft>
              <a:buNone/>
            </a:pPr>
            <a:r>
              <a:t/>
            </a:r>
            <a:endParaRPr>
              <a:solidFill>
                <a:schemeClr val="dk1"/>
              </a:solidFill>
              <a:latin typeface="Questrial"/>
              <a:ea typeface="Questrial"/>
              <a:cs typeface="Questrial"/>
              <a:sym typeface="Questrial"/>
            </a:endParaRPr>
          </a:p>
        </p:txBody>
      </p:sp>
      <p:sp>
        <p:nvSpPr>
          <p:cNvPr id="491" name="Google Shape;491;p62"/>
          <p:cNvSpPr txBox="1"/>
          <p:nvPr/>
        </p:nvSpPr>
        <p:spPr>
          <a:xfrm>
            <a:off x="5135475" y="4328400"/>
            <a:ext cx="3925500" cy="5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Questrial"/>
                <a:ea typeface="Questrial"/>
                <a:cs typeface="Questrial"/>
                <a:sym typeface="Questrial"/>
              </a:rPr>
              <a:t>Demand Peaks But Price Doesn’t?</a:t>
            </a:r>
            <a:endParaRPr b="1" sz="1800">
              <a:solidFill>
                <a:schemeClr val="dk1"/>
              </a:solidFill>
              <a:latin typeface="Questrial"/>
              <a:ea typeface="Questrial"/>
              <a:cs typeface="Questrial"/>
              <a:sym typeface="Questrial"/>
            </a:endParaRPr>
          </a:p>
        </p:txBody>
      </p:sp>
      <p:pic>
        <p:nvPicPr>
          <p:cNvPr id="492" name="Google Shape;492;p62"/>
          <p:cNvPicPr preferRelativeResize="0"/>
          <p:nvPr/>
        </p:nvPicPr>
        <p:blipFill rotWithShape="1">
          <a:blip r:embed="rId3">
            <a:alphaModFix/>
          </a:blip>
          <a:srcRect b="0" l="0" r="0" t="5713"/>
          <a:stretch/>
        </p:blipFill>
        <p:spPr>
          <a:xfrm>
            <a:off x="0" y="323275"/>
            <a:ext cx="9144001" cy="3887850"/>
          </a:xfrm>
          <a:prstGeom prst="rect">
            <a:avLst/>
          </a:prstGeom>
          <a:solidFill>
            <a:schemeClr val="dk1"/>
          </a:solidFill>
          <a:ln>
            <a:noFill/>
          </a:ln>
        </p:spPr>
      </p:pic>
      <p:sp>
        <p:nvSpPr>
          <p:cNvPr id="493" name="Google Shape;493;p62"/>
          <p:cNvSpPr txBox="1"/>
          <p:nvPr/>
        </p:nvSpPr>
        <p:spPr>
          <a:xfrm>
            <a:off x="7295175" y="294550"/>
            <a:ext cx="1765800" cy="4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Questrial"/>
                <a:ea typeface="Questrial"/>
                <a:cs typeface="Questrial"/>
                <a:sym typeface="Questrial"/>
              </a:rPr>
              <a:t>Dashboard - 2</a:t>
            </a:r>
            <a:endParaRPr b="1" sz="1800">
              <a:solidFill>
                <a:schemeClr val="dk1"/>
              </a:solidFill>
              <a:latin typeface="Questrial"/>
              <a:ea typeface="Questrial"/>
              <a:cs typeface="Questrial"/>
              <a:sym typeface="Questrial"/>
            </a:endParaRPr>
          </a:p>
        </p:txBody>
      </p:sp>
      <p:sp>
        <p:nvSpPr>
          <p:cNvPr id="494" name="Google Shape;494;p62"/>
          <p:cNvSpPr txBox="1"/>
          <p:nvPr/>
        </p:nvSpPr>
        <p:spPr>
          <a:xfrm>
            <a:off x="0" y="-92225"/>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Questrial"/>
                <a:ea typeface="Questrial"/>
                <a:cs typeface="Questrial"/>
                <a:sym typeface="Questrial"/>
              </a:rPr>
              <a:t>Hourly Demand vs Fare</a:t>
            </a:r>
            <a:endParaRPr b="1" sz="1600">
              <a:latin typeface="Questrial"/>
              <a:ea typeface="Questrial"/>
              <a:cs typeface="Questrial"/>
              <a:sym typeface="Quest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1000"/>
                                        <p:tgtEl>
                                          <p:spTgt spid="487"/>
                                        </p:tgtEl>
                                      </p:cBhvr>
                                    </p:animEffect>
                                  </p:childTnLst>
                                </p:cTn>
                              </p:par>
                              <p:par>
                                <p:cTn fill="hold" nodeType="with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1000"/>
                                        <p:tgtEl>
                                          <p:spTgt spid="489"/>
                                        </p:tgtEl>
                                      </p:cBhvr>
                                    </p:animEffect>
                                  </p:childTnLst>
                                </p:cTn>
                              </p:par>
                              <p:par>
                                <p:cTn fill="hold" nodeType="with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3"/>
          <p:cNvSpPr/>
          <p:nvPr/>
        </p:nvSpPr>
        <p:spPr>
          <a:xfrm>
            <a:off x="10675" y="21350"/>
            <a:ext cx="9133200" cy="51435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pic>
        <p:nvPicPr>
          <p:cNvPr id="500" name="Google Shape;500;p63"/>
          <p:cNvPicPr preferRelativeResize="0"/>
          <p:nvPr/>
        </p:nvPicPr>
        <p:blipFill>
          <a:blip r:embed="rId3">
            <a:alphaModFix/>
          </a:blip>
          <a:stretch>
            <a:fillRect/>
          </a:stretch>
        </p:blipFill>
        <p:spPr>
          <a:xfrm>
            <a:off x="5400" y="480300"/>
            <a:ext cx="9133199" cy="4658719"/>
          </a:xfrm>
          <a:prstGeom prst="rect">
            <a:avLst/>
          </a:prstGeom>
          <a:noFill/>
          <a:ln>
            <a:noFill/>
          </a:ln>
        </p:spPr>
      </p:pic>
      <p:sp>
        <p:nvSpPr>
          <p:cNvPr id="501" name="Google Shape;501;p63"/>
          <p:cNvSpPr txBox="1"/>
          <p:nvPr/>
        </p:nvSpPr>
        <p:spPr>
          <a:xfrm>
            <a:off x="6472250" y="0"/>
            <a:ext cx="2153100" cy="4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Questrial"/>
                <a:ea typeface="Questrial"/>
                <a:cs typeface="Questrial"/>
                <a:sym typeface="Questrial"/>
              </a:rPr>
              <a:t>Dashboard -</a:t>
            </a:r>
            <a:r>
              <a:rPr b="1" lang="en" sz="2000">
                <a:solidFill>
                  <a:schemeClr val="dk1"/>
                </a:solidFill>
                <a:latin typeface="Questrial"/>
                <a:ea typeface="Questrial"/>
                <a:cs typeface="Questrial"/>
                <a:sym typeface="Questrial"/>
              </a:rPr>
              <a:t> 3</a:t>
            </a:r>
            <a:endParaRPr b="1" sz="2000">
              <a:solidFill>
                <a:schemeClr val="dk1"/>
              </a:solidFill>
              <a:latin typeface="Questrial"/>
              <a:ea typeface="Questrial"/>
              <a:cs typeface="Questrial"/>
              <a:sym typeface="Quest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505" name="Shape 505"/>
        <p:cNvGrpSpPr/>
        <p:nvPr/>
      </p:nvGrpSpPr>
      <p:grpSpPr>
        <a:xfrm>
          <a:off x="0" y="0"/>
          <a:ext cx="0" cy="0"/>
          <a:chOff x="0" y="0"/>
          <a:chExt cx="0" cy="0"/>
        </a:xfrm>
      </p:grpSpPr>
      <p:sp>
        <p:nvSpPr>
          <p:cNvPr id="506" name="Google Shape;506;p64"/>
          <p:cNvSpPr txBox="1"/>
          <p:nvPr>
            <p:ph idx="1" type="body"/>
          </p:nvPr>
        </p:nvSpPr>
        <p:spPr>
          <a:xfrm>
            <a:off x="7381650" y="3508150"/>
            <a:ext cx="1295700" cy="79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 Spike in May and November, lowest in August</a:t>
            </a:r>
            <a:endParaRPr sz="1200"/>
          </a:p>
        </p:txBody>
      </p:sp>
      <p:sp>
        <p:nvSpPr>
          <p:cNvPr id="507" name="Google Shape;507;p64"/>
          <p:cNvSpPr txBox="1"/>
          <p:nvPr>
            <p:ph idx="4294967295" type="title"/>
          </p:nvPr>
        </p:nvSpPr>
        <p:spPr>
          <a:xfrm>
            <a:off x="5487050" y="696925"/>
            <a:ext cx="3190200" cy="71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200">
                <a:latin typeface="Questrial"/>
                <a:ea typeface="Questrial"/>
                <a:cs typeface="Questrial"/>
                <a:sym typeface="Questrial"/>
              </a:rPr>
              <a:t>Mobility vs Safety </a:t>
            </a:r>
            <a:endParaRPr b="1" sz="2200">
              <a:latin typeface="Questrial"/>
              <a:ea typeface="Questrial"/>
              <a:cs typeface="Questrial"/>
              <a:sym typeface="Questrial"/>
            </a:endParaRPr>
          </a:p>
        </p:txBody>
      </p:sp>
      <p:sp>
        <p:nvSpPr>
          <p:cNvPr id="508" name="Google Shape;508;p64"/>
          <p:cNvSpPr txBox="1"/>
          <p:nvPr/>
        </p:nvSpPr>
        <p:spPr>
          <a:xfrm>
            <a:off x="81700" y="168275"/>
            <a:ext cx="2438700" cy="9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chemeClr val="dk1"/>
                </a:solidFill>
                <a:latin typeface="Questrial"/>
                <a:ea typeface="Questrial"/>
                <a:cs typeface="Questrial"/>
                <a:sym typeface="Questrial"/>
              </a:rPr>
              <a:t>Do More Taxi Trips Lead to More Crashes?</a:t>
            </a:r>
            <a:endParaRPr sz="1000">
              <a:solidFill>
                <a:schemeClr val="dk1"/>
              </a:solidFill>
              <a:latin typeface="Questrial"/>
              <a:ea typeface="Questrial"/>
              <a:cs typeface="Questrial"/>
              <a:sym typeface="Questrial"/>
            </a:endParaRPr>
          </a:p>
        </p:txBody>
      </p:sp>
      <p:sp>
        <p:nvSpPr>
          <p:cNvPr id="509" name="Google Shape;509;p64"/>
          <p:cNvSpPr txBox="1"/>
          <p:nvPr/>
        </p:nvSpPr>
        <p:spPr>
          <a:xfrm>
            <a:off x="7381650" y="1595175"/>
            <a:ext cx="1374000" cy="9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Questrial"/>
                <a:ea typeface="Questrial"/>
                <a:cs typeface="Questrial"/>
                <a:sym typeface="Questrial"/>
              </a:rPr>
              <a:t>→ Peak in May and Oct. - Dec., dip in August</a:t>
            </a:r>
            <a:endParaRPr sz="400">
              <a:solidFill>
                <a:schemeClr val="dk1"/>
              </a:solidFill>
              <a:latin typeface="Questrial"/>
              <a:ea typeface="Questrial"/>
              <a:cs typeface="Questrial"/>
              <a:sym typeface="Questrial"/>
            </a:endParaRPr>
          </a:p>
        </p:txBody>
      </p:sp>
      <p:sp>
        <p:nvSpPr>
          <p:cNvPr id="510" name="Google Shape;510;p64"/>
          <p:cNvSpPr txBox="1"/>
          <p:nvPr/>
        </p:nvSpPr>
        <p:spPr>
          <a:xfrm>
            <a:off x="6864825" y="23675"/>
            <a:ext cx="2211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Questrial"/>
                <a:ea typeface="Questrial"/>
                <a:cs typeface="Questrial"/>
                <a:sym typeface="Questrial"/>
              </a:rPr>
              <a:t>Dashboard - 4</a:t>
            </a:r>
            <a:endParaRPr b="1" sz="2000">
              <a:solidFill>
                <a:schemeClr val="dk1"/>
              </a:solidFill>
              <a:latin typeface="Questrial"/>
              <a:ea typeface="Questrial"/>
              <a:cs typeface="Questrial"/>
              <a:sym typeface="Quest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514" name="Shape 514"/>
        <p:cNvGrpSpPr/>
        <p:nvPr/>
      </p:nvGrpSpPr>
      <p:grpSpPr>
        <a:xfrm>
          <a:off x="0" y="0"/>
          <a:ext cx="0" cy="0"/>
          <a:chOff x="0" y="0"/>
          <a:chExt cx="0" cy="0"/>
        </a:xfrm>
      </p:grpSpPr>
      <p:sp>
        <p:nvSpPr>
          <p:cNvPr id="515" name="Google Shape;515;p65"/>
          <p:cNvSpPr/>
          <p:nvPr/>
        </p:nvSpPr>
        <p:spPr>
          <a:xfrm rot="2194140">
            <a:off x="-1373074" y="1695248"/>
            <a:ext cx="1987947" cy="1987947"/>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pic>
        <p:nvPicPr>
          <p:cNvPr id="516" name="Google Shape;516;p65" title="Orange and Yellow Playful Illustrative Taxi Service Company Brainstorm Presentation (2).png"/>
          <p:cNvPicPr preferRelativeResize="0"/>
          <p:nvPr/>
        </p:nvPicPr>
        <p:blipFill rotWithShape="1">
          <a:blip r:embed="rId3">
            <a:alphaModFix/>
          </a:blip>
          <a:srcRect b="18861" l="25891" r="26827" t="14773"/>
          <a:stretch/>
        </p:blipFill>
        <p:spPr>
          <a:xfrm rot="-899583">
            <a:off x="711925" y="2164850"/>
            <a:ext cx="1744676" cy="1377426"/>
          </a:xfrm>
          <a:prstGeom prst="rect">
            <a:avLst/>
          </a:prstGeom>
          <a:noFill/>
          <a:ln>
            <a:noFill/>
          </a:ln>
        </p:spPr>
      </p:pic>
      <p:sp>
        <p:nvSpPr>
          <p:cNvPr id="517" name="Google Shape;517;p65"/>
          <p:cNvSpPr/>
          <p:nvPr/>
        </p:nvSpPr>
        <p:spPr>
          <a:xfrm>
            <a:off x="2418050" y="-85400"/>
            <a:ext cx="4213800" cy="918300"/>
          </a:xfrm>
          <a:prstGeom prst="rect">
            <a:avLst/>
          </a:prstGeom>
          <a:gradFill>
            <a:gsLst>
              <a:gs pos="0">
                <a:srgbClr val="FCFCFC"/>
              </a:gs>
              <a:gs pos="100000">
                <a:srgbClr val="BBBBBB"/>
              </a:gs>
            </a:gsLst>
            <a:path path="circle">
              <a:fillToRect b="50%" l="50%" r="50%" t="50%"/>
            </a:path>
            <a:tileRect/>
          </a:gra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518" name="Google Shape;518;p65"/>
          <p:cNvSpPr txBox="1"/>
          <p:nvPr>
            <p:ph type="title"/>
          </p:nvPr>
        </p:nvSpPr>
        <p:spPr>
          <a:xfrm>
            <a:off x="1527050" y="2104600"/>
            <a:ext cx="6376800" cy="96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System in Motion, But Not Always in Sync</a:t>
            </a:r>
            <a:endParaRPr/>
          </a:p>
        </p:txBody>
      </p:sp>
      <p:sp>
        <p:nvSpPr>
          <p:cNvPr id="519" name="Google Shape;519;p65"/>
          <p:cNvSpPr txBox="1"/>
          <p:nvPr>
            <p:ph idx="2" type="title"/>
          </p:nvPr>
        </p:nvSpPr>
        <p:spPr>
          <a:xfrm>
            <a:off x="512225" y="1165925"/>
            <a:ext cx="2732700" cy="615900"/>
          </a:xfrm>
          <a:prstGeom prst="rect">
            <a:avLst/>
          </a:prstGeom>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Demand is predictable; pricing isn’t</a:t>
            </a:r>
            <a:endParaRPr sz="1600"/>
          </a:p>
        </p:txBody>
      </p:sp>
      <p:sp>
        <p:nvSpPr>
          <p:cNvPr id="520" name="Google Shape;520;p65"/>
          <p:cNvSpPr txBox="1"/>
          <p:nvPr>
            <p:ph idx="3" type="title"/>
          </p:nvPr>
        </p:nvSpPr>
        <p:spPr>
          <a:xfrm>
            <a:off x="512225" y="3683025"/>
            <a:ext cx="3451200" cy="807300"/>
          </a:xfrm>
          <a:prstGeom prst="rect">
            <a:avLst/>
          </a:prstGeom>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en" sz="1600"/>
              <a:t>Fare structures need tuning to match real-time demand</a:t>
            </a:r>
            <a:endParaRPr sz="1600"/>
          </a:p>
        </p:txBody>
      </p:sp>
      <p:sp>
        <p:nvSpPr>
          <p:cNvPr id="521" name="Google Shape;521;p65"/>
          <p:cNvSpPr txBox="1"/>
          <p:nvPr>
            <p:ph idx="5" type="title"/>
          </p:nvPr>
        </p:nvSpPr>
        <p:spPr>
          <a:xfrm>
            <a:off x="5847375" y="1121075"/>
            <a:ext cx="2852700" cy="615900"/>
          </a:xfrm>
          <a:prstGeom prst="rect">
            <a:avLst/>
          </a:prstGeom>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en" sz="1600"/>
              <a:t>More movement = more risk</a:t>
            </a:r>
            <a:endParaRPr sz="1600"/>
          </a:p>
        </p:txBody>
      </p:sp>
      <p:sp>
        <p:nvSpPr>
          <p:cNvPr id="522" name="Google Shape;522;p65"/>
          <p:cNvSpPr txBox="1"/>
          <p:nvPr>
            <p:ph idx="7" type="title"/>
          </p:nvPr>
        </p:nvSpPr>
        <p:spPr>
          <a:xfrm>
            <a:off x="5270800" y="3627525"/>
            <a:ext cx="3545400" cy="918300"/>
          </a:xfrm>
          <a:prstGeom prst="rect">
            <a:avLst/>
          </a:prstGeom>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Congestion and crash zones match demand zones</a:t>
            </a:r>
            <a:endParaRPr sz="1600"/>
          </a:p>
        </p:txBody>
      </p:sp>
      <p:sp>
        <p:nvSpPr>
          <p:cNvPr id="523" name="Google Shape;523;p65"/>
          <p:cNvSpPr txBox="1"/>
          <p:nvPr/>
        </p:nvSpPr>
        <p:spPr>
          <a:xfrm>
            <a:off x="2507550" y="142900"/>
            <a:ext cx="412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t>The Big Picture – What We Learned</a:t>
            </a:r>
            <a:endParaRPr b="1" sz="1800"/>
          </a:p>
        </p:txBody>
      </p:sp>
      <p:pic>
        <p:nvPicPr>
          <p:cNvPr id="524" name="Google Shape;524;p65" title="Orange and Yellow Playful Illustrative Taxi Service Company Brainstorm Presentation (3).png"/>
          <p:cNvPicPr preferRelativeResize="0"/>
          <p:nvPr/>
        </p:nvPicPr>
        <p:blipFill rotWithShape="1">
          <a:blip r:embed="rId4">
            <a:alphaModFix/>
          </a:blip>
          <a:srcRect b="20793" l="37674" r="38823" t="24384"/>
          <a:stretch/>
        </p:blipFill>
        <p:spPr>
          <a:xfrm rot="1636853">
            <a:off x="6262030" y="-94380"/>
            <a:ext cx="946490" cy="124193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528" name="Shape 528"/>
        <p:cNvGrpSpPr/>
        <p:nvPr/>
      </p:nvGrpSpPr>
      <p:grpSpPr>
        <a:xfrm>
          <a:off x="0" y="0"/>
          <a:ext cx="0" cy="0"/>
          <a:chOff x="0" y="0"/>
          <a:chExt cx="0" cy="0"/>
        </a:xfrm>
      </p:grpSpPr>
      <p:sp>
        <p:nvSpPr>
          <p:cNvPr id="529" name="Google Shape;529;p66"/>
          <p:cNvSpPr/>
          <p:nvPr/>
        </p:nvSpPr>
        <p:spPr>
          <a:xfrm>
            <a:off x="1116800" y="1115100"/>
            <a:ext cx="399600" cy="2913300"/>
          </a:xfrm>
          <a:prstGeom prst="rect">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530" name="Google Shape;530;p66"/>
          <p:cNvSpPr txBox="1"/>
          <p:nvPr>
            <p:ph type="title"/>
          </p:nvPr>
        </p:nvSpPr>
        <p:spPr>
          <a:xfrm>
            <a:off x="6256325" y="1904850"/>
            <a:ext cx="3846300" cy="133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000">
                <a:solidFill>
                  <a:schemeClr val="accent6"/>
                </a:solidFill>
              </a:rPr>
              <a:t>From Insight to Action</a:t>
            </a:r>
            <a:endParaRPr sz="4000">
              <a:solidFill>
                <a:schemeClr val="accent6"/>
              </a:solidFill>
            </a:endParaRPr>
          </a:p>
        </p:txBody>
      </p:sp>
      <p:sp>
        <p:nvSpPr>
          <p:cNvPr id="531" name="Google Shape;531;p66"/>
          <p:cNvSpPr txBox="1"/>
          <p:nvPr/>
        </p:nvSpPr>
        <p:spPr>
          <a:xfrm>
            <a:off x="2342225" y="163925"/>
            <a:ext cx="4184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Questrial"/>
                <a:ea typeface="Questrial"/>
                <a:cs typeface="Questrial"/>
                <a:sym typeface="Questrial"/>
              </a:rPr>
              <a:t>Recommendations That Matter…</a:t>
            </a:r>
            <a:endParaRPr b="1" sz="2000">
              <a:latin typeface="Questrial"/>
              <a:ea typeface="Questrial"/>
              <a:cs typeface="Questrial"/>
              <a:sym typeface="Questrial"/>
            </a:endParaRPr>
          </a:p>
        </p:txBody>
      </p:sp>
      <p:sp>
        <p:nvSpPr>
          <p:cNvPr id="532" name="Google Shape;532;p66"/>
          <p:cNvSpPr txBox="1"/>
          <p:nvPr/>
        </p:nvSpPr>
        <p:spPr>
          <a:xfrm>
            <a:off x="1055325" y="1294200"/>
            <a:ext cx="4037100" cy="2555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Comic Sans MS"/>
              <a:buAutoNum type="arabicPeriod"/>
            </a:pPr>
            <a:r>
              <a:rPr lang="en">
                <a:latin typeface="Comic Sans MS"/>
                <a:ea typeface="Comic Sans MS"/>
                <a:cs typeface="Comic Sans MS"/>
                <a:sym typeface="Comic Sans MS"/>
              </a:rPr>
              <a:t>Dynamic pricing tied to actual demand windows</a:t>
            </a:r>
            <a:endParaRPr>
              <a:latin typeface="Comic Sans MS"/>
              <a:ea typeface="Comic Sans MS"/>
              <a:cs typeface="Comic Sans MS"/>
              <a:sym typeface="Comic Sans MS"/>
            </a:endParaRPr>
          </a:p>
          <a:p>
            <a:pPr indent="0" lvl="0" marL="457200" rtl="0" algn="l">
              <a:spcBef>
                <a:spcPts val="0"/>
              </a:spcBef>
              <a:spcAft>
                <a:spcPts val="0"/>
              </a:spcAft>
              <a:buNone/>
            </a:pPr>
            <a:r>
              <a:t/>
            </a:r>
            <a:endParaRPr>
              <a:latin typeface="Comic Sans MS"/>
              <a:ea typeface="Comic Sans MS"/>
              <a:cs typeface="Comic Sans MS"/>
              <a:sym typeface="Comic Sans MS"/>
            </a:endParaRPr>
          </a:p>
          <a:p>
            <a:pPr indent="-317500" lvl="0" marL="457200" rtl="0" algn="l">
              <a:spcBef>
                <a:spcPts val="0"/>
              </a:spcBef>
              <a:spcAft>
                <a:spcPts val="0"/>
              </a:spcAft>
              <a:buSzPts val="1400"/>
              <a:buFont typeface="Comic Sans MS"/>
              <a:buAutoNum type="arabicPeriod"/>
            </a:pPr>
            <a:r>
              <a:rPr lang="en">
                <a:latin typeface="Comic Sans MS"/>
                <a:ea typeface="Comic Sans MS"/>
                <a:cs typeface="Comic Sans MS"/>
                <a:sym typeface="Comic Sans MS"/>
              </a:rPr>
              <a:t>Better driver deployment by borough and hour</a:t>
            </a:r>
            <a:endParaRPr>
              <a:latin typeface="Comic Sans MS"/>
              <a:ea typeface="Comic Sans MS"/>
              <a:cs typeface="Comic Sans MS"/>
              <a:sym typeface="Comic Sans MS"/>
            </a:endParaRPr>
          </a:p>
          <a:p>
            <a:pPr indent="0" lvl="0" marL="457200" rtl="0" algn="l">
              <a:spcBef>
                <a:spcPts val="0"/>
              </a:spcBef>
              <a:spcAft>
                <a:spcPts val="0"/>
              </a:spcAft>
              <a:buNone/>
            </a:pPr>
            <a:r>
              <a:t/>
            </a:r>
            <a:endParaRPr>
              <a:latin typeface="Comic Sans MS"/>
              <a:ea typeface="Comic Sans MS"/>
              <a:cs typeface="Comic Sans MS"/>
              <a:sym typeface="Comic Sans MS"/>
            </a:endParaRPr>
          </a:p>
          <a:p>
            <a:pPr indent="-317500" lvl="0" marL="457200" rtl="0" algn="l">
              <a:spcBef>
                <a:spcPts val="0"/>
              </a:spcBef>
              <a:spcAft>
                <a:spcPts val="0"/>
              </a:spcAft>
              <a:buSzPts val="1400"/>
              <a:buFont typeface="Comic Sans MS"/>
              <a:buAutoNum type="arabicPeriod"/>
            </a:pPr>
            <a:r>
              <a:rPr lang="en">
                <a:latin typeface="Comic Sans MS"/>
                <a:ea typeface="Comic Sans MS"/>
                <a:cs typeface="Comic Sans MS"/>
                <a:sym typeface="Comic Sans MS"/>
              </a:rPr>
              <a:t>Monthly safety alerts for crash-prone seasons</a:t>
            </a:r>
            <a:endParaRPr>
              <a:latin typeface="Comic Sans MS"/>
              <a:ea typeface="Comic Sans MS"/>
              <a:cs typeface="Comic Sans MS"/>
              <a:sym typeface="Comic Sans MS"/>
            </a:endParaRPr>
          </a:p>
          <a:p>
            <a:pPr indent="0" lvl="0" marL="457200" rtl="0" algn="l">
              <a:spcBef>
                <a:spcPts val="0"/>
              </a:spcBef>
              <a:spcAft>
                <a:spcPts val="0"/>
              </a:spcAft>
              <a:buNone/>
            </a:pPr>
            <a:r>
              <a:t/>
            </a:r>
            <a:endParaRPr>
              <a:latin typeface="Comic Sans MS"/>
              <a:ea typeface="Comic Sans MS"/>
              <a:cs typeface="Comic Sans MS"/>
              <a:sym typeface="Comic Sans MS"/>
            </a:endParaRPr>
          </a:p>
          <a:p>
            <a:pPr indent="-317500" lvl="0" marL="457200" rtl="0" algn="l">
              <a:spcBef>
                <a:spcPts val="0"/>
              </a:spcBef>
              <a:spcAft>
                <a:spcPts val="0"/>
              </a:spcAft>
              <a:buSzPts val="1400"/>
              <a:buFont typeface="Comic Sans MS"/>
              <a:buAutoNum type="arabicPeriod"/>
            </a:pPr>
            <a:r>
              <a:rPr lang="en">
                <a:latin typeface="Comic Sans MS"/>
                <a:ea typeface="Comic Sans MS"/>
                <a:cs typeface="Comic Sans MS"/>
                <a:sym typeface="Comic Sans MS"/>
              </a:rPr>
              <a:t>Add predictive dashboards to TLC fleet monitoring</a:t>
            </a:r>
            <a:endParaRPr>
              <a:latin typeface="Comic Sans MS"/>
              <a:ea typeface="Comic Sans MS"/>
              <a:cs typeface="Comic Sans MS"/>
              <a:sym typeface="Comic Sans MS"/>
            </a:endParaRPr>
          </a:p>
        </p:txBody>
      </p:sp>
      <p:sp>
        <p:nvSpPr>
          <p:cNvPr id="533" name="Google Shape;533;p66"/>
          <p:cNvSpPr txBox="1"/>
          <p:nvPr/>
        </p:nvSpPr>
        <p:spPr>
          <a:xfrm>
            <a:off x="2530775" y="4129150"/>
            <a:ext cx="3299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And maybe... let’s give drivers an app that says: 'Avoid the CROSS BRONX today.</a:t>
            </a:r>
            <a:endParaRPr/>
          </a:p>
        </p:txBody>
      </p:sp>
    </p:spTree>
  </p:cSld>
  <p:clrMapOvr>
    <a:masterClrMapping/>
  </p:clrMapOvr>
  <mc:AlternateContent>
    <mc:Choice Requires="p14">
      <p:transition spd="slow" p14:dur="15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537" name="Shape 537"/>
        <p:cNvGrpSpPr/>
        <p:nvPr/>
      </p:nvGrpSpPr>
      <p:grpSpPr>
        <a:xfrm>
          <a:off x="0" y="0"/>
          <a:ext cx="0" cy="0"/>
          <a:chOff x="0" y="0"/>
          <a:chExt cx="0" cy="0"/>
        </a:xfrm>
      </p:grpSpPr>
      <p:sp>
        <p:nvSpPr>
          <p:cNvPr id="538" name="Google Shape;538;p67"/>
          <p:cNvSpPr/>
          <p:nvPr/>
        </p:nvSpPr>
        <p:spPr>
          <a:xfrm>
            <a:off x="126900" y="1642075"/>
            <a:ext cx="1967400" cy="1701600"/>
          </a:xfrm>
          <a:prstGeom prst="triangle">
            <a:avLst>
              <a:gd fmla="val 50000"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539" name="Google Shape;539;p67"/>
          <p:cNvSpPr txBox="1"/>
          <p:nvPr>
            <p:ph type="title"/>
          </p:nvPr>
        </p:nvSpPr>
        <p:spPr>
          <a:xfrm>
            <a:off x="330600" y="2439950"/>
            <a:ext cx="1517700" cy="65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accent6"/>
                </a:solidFill>
              </a:rPr>
              <a:t>Poojan AJMERA</a:t>
            </a:r>
            <a:endParaRPr sz="1500">
              <a:solidFill>
                <a:schemeClr val="accent6"/>
              </a:solidFill>
            </a:endParaRPr>
          </a:p>
        </p:txBody>
      </p:sp>
      <p:sp>
        <p:nvSpPr>
          <p:cNvPr id="540" name="Google Shape;540;p67"/>
          <p:cNvSpPr txBox="1"/>
          <p:nvPr>
            <p:ph idx="6" type="title"/>
          </p:nvPr>
        </p:nvSpPr>
        <p:spPr>
          <a:xfrm>
            <a:off x="1687950" y="530725"/>
            <a:ext cx="5768100" cy="528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Our team</a:t>
            </a:r>
            <a:endParaRPr b="1"/>
          </a:p>
        </p:txBody>
      </p:sp>
      <p:cxnSp>
        <p:nvCxnSpPr>
          <p:cNvPr id="541" name="Google Shape;541;p67"/>
          <p:cNvCxnSpPr/>
          <p:nvPr/>
        </p:nvCxnSpPr>
        <p:spPr>
          <a:xfrm>
            <a:off x="4248450" y="1275060"/>
            <a:ext cx="647100" cy="0"/>
          </a:xfrm>
          <a:prstGeom prst="straightConnector1">
            <a:avLst/>
          </a:prstGeom>
          <a:noFill/>
          <a:ln cap="flat" cmpd="sng" w="19050">
            <a:solidFill>
              <a:schemeClr val="dk1"/>
            </a:solidFill>
            <a:prstDash val="solid"/>
            <a:round/>
            <a:headEnd len="med" w="med" type="none"/>
            <a:tailEnd len="med" w="med" type="none"/>
          </a:ln>
        </p:spPr>
      </p:cxnSp>
      <p:sp>
        <p:nvSpPr>
          <p:cNvPr id="542" name="Google Shape;542;p67"/>
          <p:cNvSpPr/>
          <p:nvPr/>
        </p:nvSpPr>
        <p:spPr>
          <a:xfrm rot="10800000">
            <a:off x="1848309" y="2696101"/>
            <a:ext cx="1967400" cy="1701600"/>
          </a:xfrm>
          <a:prstGeom prst="triangle">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543" name="Google Shape;543;p67"/>
          <p:cNvSpPr/>
          <p:nvPr/>
        </p:nvSpPr>
        <p:spPr>
          <a:xfrm>
            <a:off x="3588300" y="1642087"/>
            <a:ext cx="1967400" cy="1701600"/>
          </a:xfrm>
          <a:prstGeom prst="triangle">
            <a:avLst>
              <a:gd fmla="val 50000"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Questrial"/>
                <a:ea typeface="Questrial"/>
                <a:cs typeface="Questrial"/>
                <a:sym typeface="Questrial"/>
              </a:rPr>
              <a:t>v</a:t>
            </a:r>
            <a:endParaRPr>
              <a:latin typeface="Questrial"/>
              <a:ea typeface="Questrial"/>
              <a:cs typeface="Questrial"/>
              <a:sym typeface="Questrial"/>
            </a:endParaRPr>
          </a:p>
        </p:txBody>
      </p:sp>
      <p:sp>
        <p:nvSpPr>
          <p:cNvPr id="544" name="Google Shape;544;p67"/>
          <p:cNvSpPr/>
          <p:nvPr/>
        </p:nvSpPr>
        <p:spPr>
          <a:xfrm rot="10800000">
            <a:off x="5342434" y="2696088"/>
            <a:ext cx="1967400" cy="1701600"/>
          </a:xfrm>
          <a:prstGeom prst="triangle">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545" name="Google Shape;545;p67"/>
          <p:cNvSpPr/>
          <p:nvPr/>
        </p:nvSpPr>
        <p:spPr>
          <a:xfrm>
            <a:off x="7049700" y="1720962"/>
            <a:ext cx="1967400" cy="1701600"/>
          </a:xfrm>
          <a:prstGeom prst="triangle">
            <a:avLst>
              <a:gd fmla="val 50000"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546" name="Google Shape;546;p67"/>
          <p:cNvSpPr txBox="1"/>
          <p:nvPr>
            <p:ph type="title"/>
          </p:nvPr>
        </p:nvSpPr>
        <p:spPr>
          <a:xfrm>
            <a:off x="3813150" y="2439950"/>
            <a:ext cx="1517700" cy="654300"/>
          </a:xfrm>
          <a:prstGeom prst="rect">
            <a:avLst/>
          </a:prstGeom>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500">
                <a:solidFill>
                  <a:schemeClr val="accent6"/>
                </a:solidFill>
              </a:rPr>
              <a:t>Kuan Hu</a:t>
            </a:r>
            <a:endParaRPr sz="1500">
              <a:solidFill>
                <a:schemeClr val="accent6"/>
              </a:solidFill>
            </a:endParaRPr>
          </a:p>
        </p:txBody>
      </p:sp>
      <p:sp>
        <p:nvSpPr>
          <p:cNvPr id="547" name="Google Shape;547;p67"/>
          <p:cNvSpPr txBox="1"/>
          <p:nvPr>
            <p:ph type="title"/>
          </p:nvPr>
        </p:nvSpPr>
        <p:spPr>
          <a:xfrm>
            <a:off x="7398450" y="2439950"/>
            <a:ext cx="1269900" cy="654300"/>
          </a:xfrm>
          <a:prstGeom prst="rect">
            <a:avLst/>
          </a:prstGeom>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500">
                <a:solidFill>
                  <a:schemeClr val="accent6"/>
                </a:solidFill>
              </a:rPr>
              <a:t>Michael Lin</a:t>
            </a:r>
            <a:endParaRPr sz="1500">
              <a:solidFill>
                <a:schemeClr val="accent6"/>
              </a:solidFill>
            </a:endParaRPr>
          </a:p>
        </p:txBody>
      </p:sp>
      <p:sp>
        <p:nvSpPr>
          <p:cNvPr id="548" name="Google Shape;548;p67"/>
          <p:cNvSpPr txBox="1"/>
          <p:nvPr>
            <p:ph type="title"/>
          </p:nvPr>
        </p:nvSpPr>
        <p:spPr>
          <a:xfrm>
            <a:off x="2071875" y="2845925"/>
            <a:ext cx="1517700" cy="654300"/>
          </a:xfrm>
          <a:prstGeom prst="rect">
            <a:avLst/>
          </a:prstGeom>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500"/>
              <a:t>Haiyang Huang</a:t>
            </a:r>
            <a:endParaRPr sz="1500"/>
          </a:p>
        </p:txBody>
      </p:sp>
      <p:sp>
        <p:nvSpPr>
          <p:cNvPr id="549" name="Google Shape;549;p67"/>
          <p:cNvSpPr txBox="1"/>
          <p:nvPr>
            <p:ph type="title"/>
          </p:nvPr>
        </p:nvSpPr>
        <p:spPr>
          <a:xfrm>
            <a:off x="5700450" y="2845925"/>
            <a:ext cx="1328400" cy="654300"/>
          </a:xfrm>
          <a:prstGeom prst="rect">
            <a:avLst/>
          </a:prstGeom>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500"/>
              <a:t>Jiacheng Liu</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553" name="Shape 553"/>
        <p:cNvGrpSpPr/>
        <p:nvPr/>
      </p:nvGrpSpPr>
      <p:grpSpPr>
        <a:xfrm>
          <a:off x="0" y="0"/>
          <a:ext cx="0" cy="0"/>
          <a:chOff x="0" y="0"/>
          <a:chExt cx="0" cy="0"/>
        </a:xfrm>
      </p:grpSpPr>
      <p:sp>
        <p:nvSpPr>
          <p:cNvPr id="554" name="Google Shape;554;p68"/>
          <p:cNvSpPr txBox="1"/>
          <p:nvPr>
            <p:ph type="ctrTitle"/>
          </p:nvPr>
        </p:nvSpPr>
        <p:spPr>
          <a:xfrm>
            <a:off x="1690800" y="2320100"/>
            <a:ext cx="5762400" cy="1463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Questions, Comments, Taxi Stories…………….job?</a:t>
            </a:r>
            <a:endParaRPr/>
          </a:p>
        </p:txBody>
      </p:sp>
      <p:cxnSp>
        <p:nvCxnSpPr>
          <p:cNvPr id="555" name="Google Shape;555;p68"/>
          <p:cNvCxnSpPr/>
          <p:nvPr/>
        </p:nvCxnSpPr>
        <p:spPr>
          <a:xfrm>
            <a:off x="4248450" y="4025628"/>
            <a:ext cx="647100" cy="0"/>
          </a:xfrm>
          <a:prstGeom prst="straightConnector1">
            <a:avLst/>
          </a:prstGeom>
          <a:noFill/>
          <a:ln cap="flat" cmpd="sng" w="19050">
            <a:solidFill>
              <a:schemeClr val="dk1"/>
            </a:solidFill>
            <a:prstDash val="solid"/>
            <a:round/>
            <a:headEnd len="med" w="med" type="none"/>
            <a:tailEnd len="med" w="med" type="none"/>
          </a:ln>
        </p:spPr>
      </p:cxnSp>
      <p:sp>
        <p:nvSpPr>
          <p:cNvPr id="556" name="Google Shape;556;p68"/>
          <p:cNvSpPr txBox="1"/>
          <p:nvPr/>
        </p:nvSpPr>
        <p:spPr>
          <a:xfrm>
            <a:off x="7238550" y="204675"/>
            <a:ext cx="1634400" cy="226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500">
                <a:latin typeface="Impact"/>
                <a:ea typeface="Impact"/>
                <a:cs typeface="Impact"/>
                <a:sym typeface="Impact"/>
              </a:rPr>
              <a:t>Let’s </a:t>
            </a:r>
            <a:r>
              <a:rPr lang="en" sz="4500">
                <a:latin typeface="Impact"/>
                <a:ea typeface="Impact"/>
                <a:cs typeface="Impact"/>
                <a:sym typeface="Impact"/>
              </a:rPr>
              <a:t>Chitty Chat</a:t>
            </a:r>
            <a:endParaRPr sz="4500">
              <a:latin typeface="Impact"/>
              <a:ea typeface="Impact"/>
              <a:cs typeface="Impact"/>
              <a:sym typeface="Impact"/>
            </a:endParaRPr>
          </a:p>
        </p:txBody>
      </p:sp>
      <p:pic>
        <p:nvPicPr>
          <p:cNvPr id="557" name="Google Shape;557;p68" title="cat-lets-talk.gif"/>
          <p:cNvPicPr preferRelativeResize="0"/>
          <p:nvPr/>
        </p:nvPicPr>
        <p:blipFill>
          <a:blip r:embed="rId3">
            <a:alphaModFix/>
          </a:blip>
          <a:stretch>
            <a:fillRect/>
          </a:stretch>
        </p:blipFill>
        <p:spPr>
          <a:xfrm>
            <a:off x="110050" y="58925"/>
            <a:ext cx="1437100" cy="2554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ist Grayscale Pitch Deck XL by Slidesgo">
  <a:themeElements>
    <a:clrScheme name="Simple Light">
      <a:dk1>
        <a:srgbClr val="000000"/>
      </a:dk1>
      <a:lt1>
        <a:srgbClr val="EEEEEE"/>
      </a:lt1>
      <a:dk2>
        <a:srgbClr val="DBDBDB"/>
      </a:dk2>
      <a:lt2>
        <a:srgbClr val="929292"/>
      </a:lt2>
      <a:accent1>
        <a:srgbClr val="383838"/>
      </a:accent1>
      <a:accent2>
        <a:srgbClr val="383838"/>
      </a:accent2>
      <a:accent3>
        <a:srgbClr val="383838"/>
      </a:accent3>
      <a:accent4>
        <a:srgbClr val="383838"/>
      </a:accent4>
      <a:accent5>
        <a:srgbClr val="FFFFFF"/>
      </a:accent5>
      <a:accent6>
        <a:srgbClr val="FFFFFF"/>
      </a:accent6>
      <a:hlink>
        <a:srgbClr val="3838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